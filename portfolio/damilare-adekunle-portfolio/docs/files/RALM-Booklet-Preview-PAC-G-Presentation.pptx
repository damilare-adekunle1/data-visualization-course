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ore Bandi Face" panose="020B0604020202020204" charset="-127"/>
      <p:regular r:id="rId17"/>
    </p:embeddedFont>
    <p:embeddedFont>
      <p:font typeface="TT Hove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9" d="100"/>
          <a:sy n="29" d="100"/>
        </p:scale>
        <p:origin x="54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lare A" userId="a1c98e698da625d8" providerId="LiveId" clId="{079E48DA-3F52-4008-9798-4FBEE1BC8DAB}"/>
    <pc:docChg chg="modSld">
      <pc:chgData name="Damilare A" userId="a1c98e698da625d8" providerId="LiveId" clId="{079E48DA-3F52-4008-9798-4FBEE1BC8DAB}" dt="2026-07-14T02:27:16.008" v="256" actId="20577"/>
      <pc:docMkLst>
        <pc:docMk/>
      </pc:docMkLst>
      <pc:sldChg chg="modSp mod">
        <pc:chgData name="Damilare A" userId="a1c98e698da625d8" providerId="LiveId" clId="{079E48DA-3F52-4008-9798-4FBEE1BC8DAB}" dt="2026-07-14T02:27:16.008" v="256" actId="20577"/>
        <pc:sldMkLst>
          <pc:docMk/>
          <pc:sldMk cId="0" sldId="256"/>
        </pc:sldMkLst>
        <pc:spChg chg="mod">
          <ac:chgData name="Damilare A" userId="a1c98e698da625d8" providerId="LiveId" clId="{079E48DA-3F52-4008-9798-4FBEE1BC8DAB}" dt="2026-07-14T02:27:16.008" v="256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 modNotesTx">
        <pc:chgData name="Damilare A" userId="a1c98e698da625d8" providerId="LiveId" clId="{079E48DA-3F52-4008-9798-4FBEE1BC8DAB}" dt="2026-06-29T16:59:49.262" v="253" actId="20577"/>
        <pc:sldMkLst>
          <pc:docMk/>
          <pc:sldMk cId="0" sldId="257"/>
        </pc:sldMkLst>
        <pc:spChg chg="mod">
          <ac:chgData name="Damilare A" userId="a1c98e698da625d8" providerId="LiveId" clId="{079E48DA-3F52-4008-9798-4FBEE1BC8DAB}" dt="2026-06-25T17:22:18.886" v="0" actId="1076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(Going from left to right, up to down) (The booklet was created in a u-shape manner with the intention that the page following it would be laid on top, making it a mini book like what you are holding / what is currently </a:t>
            </a:r>
            <a:r>
              <a:rPr lang="en-US"/>
              <a:t>being held.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8517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 1/2 x 11 but turned horizontally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size - 8 1/2 x 11 booklet (vertically)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5454" y="1680224"/>
            <a:ext cx="13277093" cy="6926552"/>
            <a:chOff x="0" y="0"/>
            <a:chExt cx="3496848" cy="18242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96847" cy="1824277"/>
            </a:xfrm>
            <a:custGeom>
              <a:avLst/>
              <a:gdLst/>
              <a:ahLst/>
              <a:cxnLst/>
              <a:rect l="l" t="t" r="r" b="b"/>
              <a:pathLst>
                <a:path w="3496847" h="1824277">
                  <a:moveTo>
                    <a:pt x="2916" y="0"/>
                  </a:moveTo>
                  <a:lnTo>
                    <a:pt x="3493932" y="0"/>
                  </a:lnTo>
                  <a:cubicBezTo>
                    <a:pt x="3495542" y="0"/>
                    <a:pt x="3496847" y="1305"/>
                    <a:pt x="3496847" y="2916"/>
                  </a:cubicBezTo>
                  <a:lnTo>
                    <a:pt x="3496847" y="1821362"/>
                  </a:lnTo>
                  <a:cubicBezTo>
                    <a:pt x="3496847" y="1822972"/>
                    <a:pt x="3495542" y="1824277"/>
                    <a:pt x="3493932" y="1824277"/>
                  </a:cubicBezTo>
                  <a:lnTo>
                    <a:pt x="2916" y="1824277"/>
                  </a:lnTo>
                  <a:cubicBezTo>
                    <a:pt x="1305" y="1824277"/>
                    <a:pt x="0" y="1822972"/>
                    <a:pt x="0" y="1821362"/>
                  </a:cubicBezTo>
                  <a:lnTo>
                    <a:pt x="0" y="2916"/>
                  </a:lnTo>
                  <a:cubicBezTo>
                    <a:pt x="0" y="1305"/>
                    <a:pt x="1305" y="0"/>
                    <a:pt x="29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3496848" cy="1795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331255" y="5385729"/>
            <a:ext cx="2015858" cy="4215672"/>
          </a:xfrm>
          <a:custGeom>
            <a:avLst/>
            <a:gdLst/>
            <a:ahLst/>
            <a:cxnLst/>
            <a:rect l="l" t="t" r="r" b="b"/>
            <a:pathLst>
              <a:path w="2015858" h="4215672">
                <a:moveTo>
                  <a:pt x="0" y="0"/>
                </a:moveTo>
                <a:lnTo>
                  <a:pt x="2015858" y="0"/>
                </a:lnTo>
                <a:lnTo>
                  <a:pt x="2015858" y="4215672"/>
                </a:lnTo>
                <a:lnTo>
                  <a:pt x="0" y="42156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9921" y="7332268"/>
            <a:ext cx="3958274" cy="1849593"/>
          </a:xfrm>
          <a:custGeom>
            <a:avLst/>
            <a:gdLst/>
            <a:ahLst/>
            <a:cxnLst/>
            <a:rect l="l" t="t" r="r" b="b"/>
            <a:pathLst>
              <a:path w="3958274" h="1849593">
                <a:moveTo>
                  <a:pt x="0" y="0"/>
                </a:moveTo>
                <a:lnTo>
                  <a:pt x="3958274" y="0"/>
                </a:lnTo>
                <a:lnTo>
                  <a:pt x="3958274" y="1849593"/>
                </a:lnTo>
                <a:lnTo>
                  <a:pt x="0" y="1849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193159" y="2688139"/>
            <a:ext cx="11901681" cy="4638880"/>
            <a:chOff x="0" y="0"/>
            <a:chExt cx="15868909" cy="6185174"/>
          </a:xfrm>
        </p:grpSpPr>
        <p:sp>
          <p:nvSpPr>
            <p:cNvPr id="8" name="TextBox 8"/>
            <p:cNvSpPr txBox="1"/>
            <p:nvPr/>
          </p:nvSpPr>
          <p:spPr>
            <a:xfrm>
              <a:off x="146318" y="5523465"/>
              <a:ext cx="15212699" cy="661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93"/>
                </a:lnSpc>
                <a:spcBef>
                  <a:spcPct val="0"/>
                </a:spcBef>
              </a:pPr>
              <a:r>
                <a:rPr lang="en-US" sz="3327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Amira Abdulhafid and Oluwadamilare Adekunle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66700"/>
              <a:ext cx="15868909" cy="5202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689"/>
                </a:lnSpc>
              </a:pPr>
              <a:r>
                <a:rPr lang="en-US" sz="10766" spc="-430">
                  <a:solidFill>
                    <a:srgbClr val="000000"/>
                  </a:solidFill>
                  <a:latin typeface="Core Bandi Face"/>
                  <a:ea typeface="Core Bandi Face"/>
                  <a:cs typeface="Core Bandi Face"/>
                  <a:sym typeface="Core Bandi Face"/>
                </a:rPr>
                <a:t>REDUCING ACCESS TO LETHAL MEANS (BOOKLET PREVIEW)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762005" y="8246384"/>
            <a:ext cx="4236050" cy="1871564"/>
          </a:xfrm>
          <a:custGeom>
            <a:avLst/>
            <a:gdLst/>
            <a:ahLst/>
            <a:cxnLst/>
            <a:rect l="l" t="t" r="r" b="b"/>
            <a:pathLst>
              <a:path w="4236050" h="1871564">
                <a:moveTo>
                  <a:pt x="0" y="0"/>
                </a:moveTo>
                <a:lnTo>
                  <a:pt x="4236049" y="0"/>
                </a:lnTo>
                <a:lnTo>
                  <a:pt x="4236049" y="1871564"/>
                </a:lnTo>
                <a:lnTo>
                  <a:pt x="0" y="1871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209373">
            <a:off x="7378515" y="1142855"/>
            <a:ext cx="3230084" cy="1074737"/>
          </a:xfrm>
          <a:custGeom>
            <a:avLst/>
            <a:gdLst/>
            <a:ahLst/>
            <a:cxnLst/>
            <a:rect l="l" t="t" r="r" b="b"/>
            <a:pathLst>
              <a:path w="3230084" h="1074737">
                <a:moveTo>
                  <a:pt x="0" y="0"/>
                </a:moveTo>
                <a:lnTo>
                  <a:pt x="3230085" y="0"/>
                </a:lnTo>
                <a:lnTo>
                  <a:pt x="3230085" y="1074738"/>
                </a:lnTo>
                <a:lnTo>
                  <a:pt x="0" y="1074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1668208">
            <a:off x="1916352" y="560980"/>
            <a:ext cx="1245413" cy="2238488"/>
          </a:xfrm>
          <a:custGeom>
            <a:avLst/>
            <a:gdLst/>
            <a:ahLst/>
            <a:cxnLst/>
            <a:rect l="l" t="t" r="r" b="b"/>
            <a:pathLst>
              <a:path w="1245413" h="2238488">
                <a:moveTo>
                  <a:pt x="0" y="0"/>
                </a:moveTo>
                <a:lnTo>
                  <a:pt x="1245413" y="0"/>
                </a:lnTo>
                <a:lnTo>
                  <a:pt x="1245413" y="2238488"/>
                </a:lnTo>
                <a:lnTo>
                  <a:pt x="0" y="2238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505454" y="7671709"/>
            <a:ext cx="13277093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July 14th,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9387">
            <a:off x="-654137" y="5692619"/>
            <a:ext cx="2043512" cy="2816872"/>
          </a:xfrm>
          <a:custGeom>
            <a:avLst/>
            <a:gdLst/>
            <a:ahLst/>
            <a:cxnLst/>
            <a:rect l="l" t="t" r="r" b="b"/>
            <a:pathLst>
              <a:path w="2043512" h="2816872">
                <a:moveTo>
                  <a:pt x="0" y="0"/>
                </a:moveTo>
                <a:lnTo>
                  <a:pt x="2043512" y="0"/>
                </a:lnTo>
                <a:lnTo>
                  <a:pt x="2043512" y="2816871"/>
                </a:lnTo>
                <a:lnTo>
                  <a:pt x="0" y="2816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861579" y="2022863"/>
            <a:ext cx="5397721" cy="2107245"/>
          </a:xfrm>
          <a:prstGeom prst="rect">
            <a:avLst/>
          </a:prstGeom>
          <a:gradFill rotWithShape="1">
            <a:gsLst>
              <a:gs pos="0">
                <a:srgbClr val="FFFCF5">
                  <a:alpha val="100000"/>
                </a:srgbClr>
              </a:gs>
              <a:gs pos="100000">
                <a:srgbClr val="D8D5CA">
                  <a:alpha val="100000"/>
                </a:srgbClr>
              </a:gs>
            </a:gsLst>
            <a:lin ang="5400000"/>
          </a:gra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1732976">
            <a:off x="16498196" y="7512800"/>
            <a:ext cx="2480951" cy="2120085"/>
          </a:xfrm>
          <a:custGeom>
            <a:avLst/>
            <a:gdLst/>
            <a:ahLst/>
            <a:cxnLst/>
            <a:rect l="l" t="t" r="r" b="b"/>
            <a:pathLst>
              <a:path w="2480951" h="2120085">
                <a:moveTo>
                  <a:pt x="0" y="0"/>
                </a:moveTo>
                <a:lnTo>
                  <a:pt x="2480951" y="0"/>
                </a:lnTo>
                <a:lnTo>
                  <a:pt x="2480951" y="2120085"/>
                </a:lnTo>
                <a:lnTo>
                  <a:pt x="0" y="2120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425988" y="6736121"/>
            <a:ext cx="1587215" cy="1774326"/>
          </a:xfrm>
          <a:custGeom>
            <a:avLst/>
            <a:gdLst/>
            <a:ahLst/>
            <a:cxnLst/>
            <a:rect l="l" t="t" r="r" b="b"/>
            <a:pathLst>
              <a:path w="1587215" h="1774326">
                <a:moveTo>
                  <a:pt x="1587214" y="0"/>
                </a:moveTo>
                <a:lnTo>
                  <a:pt x="0" y="0"/>
                </a:lnTo>
                <a:lnTo>
                  <a:pt x="0" y="1774326"/>
                </a:lnTo>
                <a:lnTo>
                  <a:pt x="1587214" y="1774326"/>
                </a:lnTo>
                <a:lnTo>
                  <a:pt x="1587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12309" y="591820"/>
            <a:ext cx="13463381" cy="1045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20"/>
              </a:lnSpc>
            </a:pPr>
            <a:r>
              <a:rPr lang="en-US" sz="8000" spc="-32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BOOKLET OUTLINE</a:t>
            </a:r>
          </a:p>
        </p:txBody>
      </p:sp>
      <p:sp>
        <p:nvSpPr>
          <p:cNvPr id="7" name="AutoShape 7"/>
          <p:cNvSpPr/>
          <p:nvPr/>
        </p:nvSpPr>
        <p:spPr>
          <a:xfrm>
            <a:off x="3012217" y="4744427"/>
            <a:ext cx="5995988" cy="1991694"/>
          </a:xfrm>
          <a:prstGeom prst="rect">
            <a:avLst/>
          </a:prstGeom>
          <a:gradFill rotWithShape="1">
            <a:gsLst>
              <a:gs pos="0">
                <a:srgbClr val="FFFCF5">
                  <a:alpha val="100000"/>
                </a:srgbClr>
              </a:gs>
              <a:gs pos="100000">
                <a:srgbClr val="D8D5CA">
                  <a:alpha val="100000"/>
                </a:srgbClr>
              </a:gs>
            </a:gsLst>
            <a:lin ang="5400000"/>
          </a:gra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981668" y="4799204"/>
            <a:ext cx="5995988" cy="188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 dirty="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Medication &amp; O</a:t>
            </a:r>
            <a:r>
              <a:rPr lang="en-US" sz="2700" u="none" dirty="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pioid Safety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 dirty="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What Poisoning Means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 dirty="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Why Medication Safety Is Important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 dirty="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Ways to Keep Medications Safe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 dirty="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Helpful to know</a:t>
            </a:r>
          </a:p>
        </p:txBody>
      </p:sp>
      <p:sp>
        <p:nvSpPr>
          <p:cNvPr id="9" name="AutoShape 9"/>
          <p:cNvSpPr/>
          <p:nvPr/>
        </p:nvSpPr>
        <p:spPr>
          <a:xfrm>
            <a:off x="6023659" y="2037107"/>
            <a:ext cx="5459574" cy="2107245"/>
          </a:xfrm>
          <a:prstGeom prst="rect">
            <a:avLst/>
          </a:prstGeom>
          <a:gradFill rotWithShape="1">
            <a:gsLst>
              <a:gs pos="0">
                <a:srgbClr val="FFFCF5">
                  <a:alpha val="100000"/>
                </a:srgbClr>
              </a:gs>
              <a:gs pos="100000">
                <a:srgbClr val="D8D5CA">
                  <a:alpha val="100000"/>
                </a:srgbClr>
              </a:gs>
            </a:gsLst>
            <a:lin ang="5400000"/>
          </a:gra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5979662" y="2121758"/>
            <a:ext cx="5459574" cy="188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Fi</a:t>
            </a: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rearm Safety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What Firearm Safety Means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Ways to Make Firearms Safer at Home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How to Start the Conversation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9406598" y="4744427"/>
            <a:ext cx="5995985" cy="1991694"/>
          </a:xfrm>
          <a:prstGeom prst="rect">
            <a:avLst/>
          </a:prstGeom>
          <a:gradFill rotWithShape="1">
            <a:gsLst>
              <a:gs pos="0">
                <a:srgbClr val="FFFCF5">
                  <a:alpha val="100000"/>
                </a:srgbClr>
              </a:gs>
              <a:gs pos="100000">
                <a:srgbClr val="D8D5CA">
                  <a:alpha val="100000"/>
                </a:srgbClr>
              </a:gs>
            </a:gsLst>
            <a:lin ang="5400000"/>
          </a:gra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406598" y="4803967"/>
            <a:ext cx="5995985" cy="188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Talking Ab</a:t>
            </a: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out Suicide &amp; Mental Health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Why Talking Helps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How to Ask Someone If They’re Struggling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How to Be Supportive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61579" y="2154422"/>
            <a:ext cx="5397721" cy="188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Suffocation Safety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</a:t>
            </a: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What Suffocation Means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Why This Is Important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Ways to Reduce Risk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If You Notice Someone Struggling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1983630"/>
            <a:ext cx="4678466" cy="2107245"/>
          </a:xfrm>
          <a:prstGeom prst="rect">
            <a:avLst/>
          </a:prstGeom>
          <a:gradFill rotWithShape="1">
            <a:gsLst>
              <a:gs pos="0">
                <a:srgbClr val="FFFCF5">
                  <a:alpha val="100000"/>
                </a:srgbClr>
              </a:gs>
              <a:gs pos="100000">
                <a:srgbClr val="D8D5CA">
                  <a:alpha val="100000"/>
                </a:srgbClr>
              </a:gs>
            </a:gsLst>
            <a:lin ang="5400000"/>
          </a:gra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162773" y="2606211"/>
            <a:ext cx="4410319" cy="767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What</a:t>
            </a: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 "Lethal Means" Are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Why this is important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804767" y="7422561"/>
            <a:ext cx="4678466" cy="1835739"/>
          </a:xfrm>
          <a:prstGeom prst="rect">
            <a:avLst/>
          </a:prstGeom>
          <a:gradFill rotWithShape="1">
            <a:gsLst>
              <a:gs pos="0">
                <a:srgbClr val="FFFCF5">
                  <a:alpha val="100000"/>
                </a:srgbClr>
              </a:gs>
              <a:gs pos="100000">
                <a:srgbClr val="D8D5CA">
                  <a:alpha val="100000"/>
                </a:srgbClr>
              </a:gs>
            </a:gsLst>
            <a:lin ang="5400000"/>
          </a:gra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804767" y="7775598"/>
            <a:ext cx="4615639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0"/>
              </a:lnSpc>
            </a:pPr>
            <a:r>
              <a:rPr lang="en-US" sz="2700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C</a:t>
            </a: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reating a Safer Community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What We Can Do Together</a:t>
            </a:r>
          </a:p>
          <a:p>
            <a:pPr marL="0" lvl="0" indent="0" algn="ctr">
              <a:lnSpc>
                <a:spcPts val="2970"/>
              </a:lnSpc>
            </a:pPr>
            <a:r>
              <a:rPr lang="en-US" sz="2700" u="none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- When You Need Help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7059" y="2587372"/>
            <a:ext cx="8205552" cy="6074949"/>
          </a:xfrm>
          <a:custGeom>
            <a:avLst/>
            <a:gdLst/>
            <a:ahLst/>
            <a:cxnLst/>
            <a:rect l="l" t="t" r="r" b="b"/>
            <a:pathLst>
              <a:path w="8205552" h="6074949">
                <a:moveTo>
                  <a:pt x="0" y="0"/>
                </a:moveTo>
                <a:lnTo>
                  <a:pt x="8205552" y="0"/>
                </a:lnTo>
                <a:lnTo>
                  <a:pt x="8205552" y="6074949"/>
                </a:lnTo>
                <a:lnTo>
                  <a:pt x="0" y="6074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326567" y="2587372"/>
            <a:ext cx="8147793" cy="6083686"/>
          </a:xfrm>
          <a:custGeom>
            <a:avLst/>
            <a:gdLst/>
            <a:ahLst/>
            <a:cxnLst/>
            <a:rect l="l" t="t" r="r" b="b"/>
            <a:pathLst>
              <a:path w="8147793" h="6083686">
                <a:moveTo>
                  <a:pt x="0" y="0"/>
                </a:moveTo>
                <a:lnTo>
                  <a:pt x="8147794" y="0"/>
                </a:lnTo>
                <a:lnTo>
                  <a:pt x="8147794" y="6083686"/>
                </a:lnTo>
                <a:lnTo>
                  <a:pt x="0" y="608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594877" y="1143000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ENGLISH VERSION (LANDSCAPE)</a:t>
            </a:r>
          </a:p>
        </p:txBody>
      </p:sp>
      <p:sp>
        <p:nvSpPr>
          <p:cNvPr id="5" name="Freeform 5"/>
          <p:cNvSpPr/>
          <p:nvPr/>
        </p:nvSpPr>
        <p:spPr>
          <a:xfrm>
            <a:off x="17131665" y="8464868"/>
            <a:ext cx="1627822" cy="1716225"/>
          </a:xfrm>
          <a:custGeom>
            <a:avLst/>
            <a:gdLst/>
            <a:ahLst/>
            <a:cxnLst/>
            <a:rect l="l" t="t" r="r" b="b"/>
            <a:pathLst>
              <a:path w="1627822" h="1716225">
                <a:moveTo>
                  <a:pt x="0" y="0"/>
                </a:moveTo>
                <a:lnTo>
                  <a:pt x="1627822" y="0"/>
                </a:lnTo>
                <a:lnTo>
                  <a:pt x="1627822" y="1716224"/>
                </a:lnTo>
                <a:lnTo>
                  <a:pt x="0" y="1716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7220" y="2586990"/>
            <a:ext cx="8205788" cy="6075045"/>
          </a:xfrm>
          <a:custGeom>
            <a:avLst/>
            <a:gdLst/>
            <a:ahLst/>
            <a:cxnLst/>
            <a:rect l="l" t="t" r="r" b="b"/>
            <a:pathLst>
              <a:path w="8205788" h="6075045">
                <a:moveTo>
                  <a:pt x="0" y="0"/>
                </a:moveTo>
                <a:lnTo>
                  <a:pt x="8205788" y="0"/>
                </a:lnTo>
                <a:lnTo>
                  <a:pt x="8205788" y="6075045"/>
                </a:lnTo>
                <a:lnTo>
                  <a:pt x="0" y="6075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3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326880" y="2586990"/>
            <a:ext cx="8147685" cy="6083618"/>
          </a:xfrm>
          <a:custGeom>
            <a:avLst/>
            <a:gdLst/>
            <a:ahLst/>
            <a:cxnLst/>
            <a:rect l="l" t="t" r="r" b="b"/>
            <a:pathLst>
              <a:path w="8147685" h="6083618">
                <a:moveTo>
                  <a:pt x="0" y="0"/>
                </a:moveTo>
                <a:lnTo>
                  <a:pt x="8147685" y="0"/>
                </a:lnTo>
                <a:lnTo>
                  <a:pt x="8147685" y="6083618"/>
                </a:lnTo>
                <a:lnTo>
                  <a:pt x="0" y="608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3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594877" y="1143000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ENGLISH VERSION (LANDSCAPE)</a:t>
            </a:r>
          </a:p>
        </p:txBody>
      </p:sp>
      <p:sp>
        <p:nvSpPr>
          <p:cNvPr id="5" name="Freeform 5"/>
          <p:cNvSpPr/>
          <p:nvPr/>
        </p:nvSpPr>
        <p:spPr>
          <a:xfrm>
            <a:off x="17132064" y="8464711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7"/>
                </a:lnTo>
                <a:lnTo>
                  <a:pt x="0" y="1715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90446" y="2385834"/>
            <a:ext cx="10907109" cy="6070182"/>
          </a:xfrm>
          <a:custGeom>
            <a:avLst/>
            <a:gdLst/>
            <a:ahLst/>
            <a:cxnLst/>
            <a:rect l="l" t="t" r="r" b="b"/>
            <a:pathLst>
              <a:path w="10907109" h="6070182">
                <a:moveTo>
                  <a:pt x="0" y="0"/>
                </a:moveTo>
                <a:lnTo>
                  <a:pt x="10907108" y="0"/>
                </a:lnTo>
                <a:lnTo>
                  <a:pt x="10907108" y="6070182"/>
                </a:lnTo>
                <a:lnTo>
                  <a:pt x="0" y="6070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94877" y="1143000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ENGLISH VERSION (LANDSCAPE)</a:t>
            </a:r>
          </a:p>
        </p:txBody>
      </p:sp>
      <p:sp>
        <p:nvSpPr>
          <p:cNvPr id="4" name="Freeform 4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89918" y="2368867"/>
            <a:ext cx="4399124" cy="6889433"/>
          </a:xfrm>
          <a:custGeom>
            <a:avLst/>
            <a:gdLst/>
            <a:ahLst/>
            <a:cxnLst/>
            <a:rect l="l" t="t" r="r" b="b"/>
            <a:pathLst>
              <a:path w="4399124" h="6889433">
                <a:moveTo>
                  <a:pt x="0" y="0"/>
                </a:moveTo>
                <a:lnTo>
                  <a:pt x="4399125" y="0"/>
                </a:lnTo>
                <a:lnTo>
                  <a:pt x="4399125" y="6889433"/>
                </a:lnTo>
                <a:lnTo>
                  <a:pt x="0" y="6889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738914" y="2368867"/>
            <a:ext cx="4254482" cy="6889433"/>
          </a:xfrm>
          <a:custGeom>
            <a:avLst/>
            <a:gdLst/>
            <a:ahLst/>
            <a:cxnLst/>
            <a:rect l="l" t="t" r="r" b="b"/>
            <a:pathLst>
              <a:path w="4254482" h="6889433">
                <a:moveTo>
                  <a:pt x="0" y="0"/>
                </a:moveTo>
                <a:lnTo>
                  <a:pt x="4254482" y="0"/>
                </a:lnTo>
                <a:lnTo>
                  <a:pt x="4254482" y="6889433"/>
                </a:lnTo>
                <a:lnTo>
                  <a:pt x="0" y="6889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7131665" y="8464868"/>
            <a:ext cx="1627822" cy="1716225"/>
          </a:xfrm>
          <a:custGeom>
            <a:avLst/>
            <a:gdLst/>
            <a:ahLst/>
            <a:cxnLst/>
            <a:rect l="l" t="t" r="r" b="b"/>
            <a:pathLst>
              <a:path w="1627822" h="1716225">
                <a:moveTo>
                  <a:pt x="0" y="0"/>
                </a:moveTo>
                <a:lnTo>
                  <a:pt x="1627822" y="0"/>
                </a:lnTo>
                <a:lnTo>
                  <a:pt x="1627822" y="1716224"/>
                </a:lnTo>
                <a:lnTo>
                  <a:pt x="0" y="1716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594877" y="1143000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ENGLISH VERSION (PORTRAIT)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657506"/>
            <a:ext cx="1566177" cy="66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-152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17220" y="2204561"/>
            <a:ext cx="7939466" cy="5877877"/>
          </a:xfrm>
          <a:custGeom>
            <a:avLst/>
            <a:gdLst/>
            <a:ahLst/>
            <a:cxnLst/>
            <a:rect l="l" t="t" r="r" b="b"/>
            <a:pathLst>
              <a:path w="7939466" h="5877877">
                <a:moveTo>
                  <a:pt x="0" y="0"/>
                </a:moveTo>
                <a:lnTo>
                  <a:pt x="7939466" y="0"/>
                </a:lnTo>
                <a:lnTo>
                  <a:pt x="7939466" y="5877878"/>
                </a:lnTo>
                <a:lnTo>
                  <a:pt x="0" y="5877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0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847639" y="2204561"/>
            <a:ext cx="8794719" cy="5877877"/>
          </a:xfrm>
          <a:custGeom>
            <a:avLst/>
            <a:gdLst/>
            <a:ahLst/>
            <a:cxnLst/>
            <a:rect l="l" t="t" r="r" b="b"/>
            <a:pathLst>
              <a:path w="8794719" h="5877877">
                <a:moveTo>
                  <a:pt x="0" y="0"/>
                </a:moveTo>
                <a:lnTo>
                  <a:pt x="8794719" y="0"/>
                </a:lnTo>
                <a:lnTo>
                  <a:pt x="8794719" y="5877878"/>
                </a:lnTo>
                <a:lnTo>
                  <a:pt x="0" y="5877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7277" y="291331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TRANSLATED VERSIONS (SPANISH)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657382"/>
            <a:ext cx="1566177" cy="66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-152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1985" y="2294925"/>
            <a:ext cx="7939088" cy="5877878"/>
          </a:xfrm>
          <a:custGeom>
            <a:avLst/>
            <a:gdLst/>
            <a:ahLst/>
            <a:cxnLst/>
            <a:rect l="l" t="t" r="r" b="b"/>
            <a:pathLst>
              <a:path w="7939088" h="5877878">
                <a:moveTo>
                  <a:pt x="0" y="0"/>
                </a:moveTo>
                <a:lnTo>
                  <a:pt x="7939087" y="0"/>
                </a:lnTo>
                <a:lnTo>
                  <a:pt x="7939087" y="5877878"/>
                </a:lnTo>
                <a:lnTo>
                  <a:pt x="0" y="5877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9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44000" y="2294925"/>
            <a:ext cx="8159245" cy="5877878"/>
          </a:xfrm>
          <a:custGeom>
            <a:avLst/>
            <a:gdLst/>
            <a:ahLst/>
            <a:cxnLst/>
            <a:rect l="l" t="t" r="r" b="b"/>
            <a:pathLst>
              <a:path w="8159245" h="5877878">
                <a:moveTo>
                  <a:pt x="0" y="0"/>
                </a:moveTo>
                <a:lnTo>
                  <a:pt x="8159245" y="0"/>
                </a:lnTo>
                <a:lnTo>
                  <a:pt x="8159245" y="5877878"/>
                </a:lnTo>
                <a:lnTo>
                  <a:pt x="0" y="5877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7277" y="291331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TRANSLATED VERSIONS (VIETNAMESE)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657382"/>
            <a:ext cx="1566177" cy="66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-152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380575"/>
            <a:ext cx="7670181" cy="5827423"/>
          </a:xfrm>
          <a:custGeom>
            <a:avLst/>
            <a:gdLst/>
            <a:ahLst/>
            <a:cxnLst/>
            <a:rect l="l" t="t" r="r" b="b"/>
            <a:pathLst>
              <a:path w="7670181" h="5827423">
                <a:moveTo>
                  <a:pt x="0" y="0"/>
                </a:moveTo>
                <a:lnTo>
                  <a:pt x="7670181" y="0"/>
                </a:lnTo>
                <a:lnTo>
                  <a:pt x="7670181" y="5827423"/>
                </a:lnTo>
                <a:lnTo>
                  <a:pt x="0" y="5827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44000" y="2380575"/>
            <a:ext cx="8161029" cy="5827423"/>
          </a:xfrm>
          <a:custGeom>
            <a:avLst/>
            <a:gdLst/>
            <a:ahLst/>
            <a:cxnLst/>
            <a:rect l="l" t="t" r="r" b="b"/>
            <a:pathLst>
              <a:path w="8161029" h="5827423">
                <a:moveTo>
                  <a:pt x="0" y="0"/>
                </a:moveTo>
                <a:lnTo>
                  <a:pt x="8161029" y="0"/>
                </a:lnTo>
                <a:lnTo>
                  <a:pt x="8161029" y="5827423"/>
                </a:lnTo>
                <a:lnTo>
                  <a:pt x="0" y="5827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47277" y="291331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TRANSLATED VERSIONS (CHINESE)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657382"/>
            <a:ext cx="1566177" cy="665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-152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SAMPLE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910948" y="1798762"/>
            <a:ext cx="11136038" cy="7299774"/>
          </a:xfrm>
          <a:custGeom>
            <a:avLst/>
            <a:gdLst/>
            <a:ahLst/>
            <a:cxnLst/>
            <a:rect l="l" t="t" r="r" b="b"/>
            <a:pathLst>
              <a:path w="11136038" h="7299774">
                <a:moveTo>
                  <a:pt x="0" y="0"/>
                </a:moveTo>
                <a:lnTo>
                  <a:pt x="11136038" y="0"/>
                </a:lnTo>
                <a:lnTo>
                  <a:pt x="11136038" y="7299774"/>
                </a:lnTo>
                <a:lnTo>
                  <a:pt x="0" y="7299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47277" y="291331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BOOKLET COVER OPTIONS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264787" y="1832197"/>
            <a:ext cx="7297474" cy="7325221"/>
          </a:xfrm>
          <a:custGeom>
            <a:avLst/>
            <a:gdLst/>
            <a:ahLst/>
            <a:cxnLst/>
            <a:rect l="l" t="t" r="r" b="b"/>
            <a:pathLst>
              <a:path w="7297474" h="7325221">
                <a:moveTo>
                  <a:pt x="0" y="0"/>
                </a:moveTo>
                <a:lnTo>
                  <a:pt x="7297474" y="0"/>
                </a:lnTo>
                <a:lnTo>
                  <a:pt x="7297474" y="7325221"/>
                </a:lnTo>
                <a:lnTo>
                  <a:pt x="0" y="7325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47277" y="291331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BOOKLET COVER OPTIONS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61707" y="1692624"/>
            <a:ext cx="11222942" cy="7565676"/>
          </a:xfrm>
          <a:custGeom>
            <a:avLst/>
            <a:gdLst/>
            <a:ahLst/>
            <a:cxnLst/>
            <a:rect l="l" t="t" r="r" b="b"/>
            <a:pathLst>
              <a:path w="11222942" h="7565676">
                <a:moveTo>
                  <a:pt x="0" y="0"/>
                </a:moveTo>
                <a:lnTo>
                  <a:pt x="11222943" y="0"/>
                </a:lnTo>
                <a:lnTo>
                  <a:pt x="11222943" y="7565676"/>
                </a:lnTo>
                <a:lnTo>
                  <a:pt x="0" y="7565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47277" y="291331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BOOKLET COVER OPTIONS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31665" y="8464868"/>
            <a:ext cx="1627587" cy="1715977"/>
          </a:xfrm>
          <a:custGeom>
            <a:avLst/>
            <a:gdLst/>
            <a:ahLst/>
            <a:cxnLst/>
            <a:rect l="l" t="t" r="r" b="b"/>
            <a:pathLst>
              <a:path w="1627587" h="1715977">
                <a:moveTo>
                  <a:pt x="0" y="0"/>
                </a:moveTo>
                <a:lnTo>
                  <a:pt x="1627587" y="0"/>
                </a:lnTo>
                <a:lnTo>
                  <a:pt x="1627587" y="1715976"/>
                </a:lnTo>
                <a:lnTo>
                  <a:pt x="0" y="1715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49986" y="1746800"/>
            <a:ext cx="11408444" cy="7511500"/>
          </a:xfrm>
          <a:custGeom>
            <a:avLst/>
            <a:gdLst/>
            <a:ahLst/>
            <a:cxnLst/>
            <a:rect l="l" t="t" r="r" b="b"/>
            <a:pathLst>
              <a:path w="11408444" h="7511500">
                <a:moveTo>
                  <a:pt x="0" y="0"/>
                </a:moveTo>
                <a:lnTo>
                  <a:pt x="11408444" y="0"/>
                </a:lnTo>
                <a:lnTo>
                  <a:pt x="11408444" y="7511500"/>
                </a:lnTo>
                <a:lnTo>
                  <a:pt x="0" y="7511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747277" y="291331"/>
            <a:ext cx="13463381" cy="73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64"/>
              </a:lnSpc>
            </a:pPr>
            <a:r>
              <a:rPr lang="en-US" sz="5600" spc="-224">
                <a:solidFill>
                  <a:srgbClr val="000000"/>
                </a:solidFill>
                <a:latin typeface="Core Bandi Face"/>
                <a:ea typeface="Core Bandi Face"/>
                <a:cs typeface="Core Bandi Face"/>
                <a:sym typeface="Core Bandi Face"/>
              </a:rPr>
              <a:t>BOOKLET COVER OPTIONS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CF5">
                <a:alpha val="100000"/>
              </a:srgbClr>
            </a:gs>
            <a:gs pos="100000">
              <a:srgbClr val="D8D5CA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1838" y="7537521"/>
            <a:ext cx="18664943" cy="2915730"/>
            <a:chOff x="0" y="0"/>
            <a:chExt cx="4915870" cy="7679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15870" cy="767929"/>
            </a:xfrm>
            <a:custGeom>
              <a:avLst/>
              <a:gdLst/>
              <a:ahLst/>
              <a:cxnLst/>
              <a:rect l="l" t="t" r="r" b="b"/>
              <a:pathLst>
                <a:path w="4915870" h="767929">
                  <a:moveTo>
                    <a:pt x="2074" y="0"/>
                  </a:moveTo>
                  <a:lnTo>
                    <a:pt x="4913796" y="0"/>
                  </a:lnTo>
                  <a:cubicBezTo>
                    <a:pt x="4914346" y="0"/>
                    <a:pt x="4914873" y="219"/>
                    <a:pt x="4915262" y="607"/>
                  </a:cubicBezTo>
                  <a:cubicBezTo>
                    <a:pt x="4915651" y="996"/>
                    <a:pt x="4915870" y="1524"/>
                    <a:pt x="4915870" y="2074"/>
                  </a:cubicBezTo>
                  <a:lnTo>
                    <a:pt x="4915870" y="765855"/>
                  </a:lnTo>
                  <a:cubicBezTo>
                    <a:pt x="4915870" y="766405"/>
                    <a:pt x="4915651" y="766933"/>
                    <a:pt x="4915262" y="767322"/>
                  </a:cubicBezTo>
                  <a:cubicBezTo>
                    <a:pt x="4914873" y="767711"/>
                    <a:pt x="4914346" y="767929"/>
                    <a:pt x="4913796" y="767929"/>
                  </a:cubicBezTo>
                  <a:lnTo>
                    <a:pt x="2074" y="767929"/>
                  </a:lnTo>
                  <a:cubicBezTo>
                    <a:pt x="1524" y="767929"/>
                    <a:pt x="996" y="767711"/>
                    <a:pt x="607" y="767322"/>
                  </a:cubicBezTo>
                  <a:cubicBezTo>
                    <a:pt x="219" y="766933"/>
                    <a:pt x="0" y="766405"/>
                    <a:pt x="0" y="765855"/>
                  </a:cubicBezTo>
                  <a:lnTo>
                    <a:pt x="0" y="2074"/>
                  </a:lnTo>
                  <a:cubicBezTo>
                    <a:pt x="0" y="1524"/>
                    <a:pt x="219" y="996"/>
                    <a:pt x="607" y="607"/>
                  </a:cubicBezTo>
                  <a:cubicBezTo>
                    <a:pt x="996" y="219"/>
                    <a:pt x="1524" y="0"/>
                    <a:pt x="2074" y="0"/>
                  </a:cubicBezTo>
                  <a:close/>
                </a:path>
              </a:pathLst>
            </a:custGeom>
            <a:solidFill>
              <a:srgbClr val="FFC800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4915870" cy="739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1838" y="4939049"/>
            <a:ext cx="1939667" cy="4056337"/>
          </a:xfrm>
          <a:custGeom>
            <a:avLst/>
            <a:gdLst/>
            <a:ahLst/>
            <a:cxnLst/>
            <a:rect l="l" t="t" r="r" b="b"/>
            <a:pathLst>
              <a:path w="1939667" h="4056337">
                <a:moveTo>
                  <a:pt x="0" y="0"/>
                </a:moveTo>
                <a:lnTo>
                  <a:pt x="1939666" y="0"/>
                </a:lnTo>
                <a:lnTo>
                  <a:pt x="1939666" y="4056337"/>
                </a:lnTo>
                <a:lnTo>
                  <a:pt x="0" y="4056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037352" y="7428563"/>
            <a:ext cx="4702574" cy="2317087"/>
          </a:xfrm>
          <a:custGeom>
            <a:avLst/>
            <a:gdLst/>
            <a:ahLst/>
            <a:cxnLst/>
            <a:rect l="l" t="t" r="r" b="b"/>
            <a:pathLst>
              <a:path w="4702574" h="2317087">
                <a:moveTo>
                  <a:pt x="0" y="0"/>
                </a:moveTo>
                <a:lnTo>
                  <a:pt x="4702574" y="0"/>
                </a:lnTo>
                <a:lnTo>
                  <a:pt x="4702574" y="2317087"/>
                </a:lnTo>
                <a:lnTo>
                  <a:pt x="0" y="2317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36491" y="6008111"/>
            <a:ext cx="4807373" cy="3330199"/>
          </a:xfrm>
          <a:custGeom>
            <a:avLst/>
            <a:gdLst/>
            <a:ahLst/>
            <a:cxnLst/>
            <a:rect l="l" t="t" r="r" b="b"/>
            <a:pathLst>
              <a:path w="4807373" h="3330199">
                <a:moveTo>
                  <a:pt x="0" y="0"/>
                </a:moveTo>
                <a:lnTo>
                  <a:pt x="4807373" y="0"/>
                </a:lnTo>
                <a:lnTo>
                  <a:pt x="4807373" y="3330199"/>
                </a:lnTo>
                <a:lnTo>
                  <a:pt x="0" y="3330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5724448" y="3537363"/>
            <a:ext cx="7050877" cy="2225602"/>
            <a:chOff x="0" y="0"/>
            <a:chExt cx="9401170" cy="2967469"/>
          </a:xfrm>
        </p:grpSpPr>
        <p:sp>
          <p:nvSpPr>
            <p:cNvPr id="9" name="AutoShape 9"/>
            <p:cNvSpPr/>
            <p:nvPr/>
          </p:nvSpPr>
          <p:spPr>
            <a:xfrm>
              <a:off x="0" y="0"/>
              <a:ext cx="9401170" cy="2967469"/>
            </a:xfrm>
            <a:prstGeom prst="rect">
              <a:avLst/>
            </a:prstGeom>
            <a:gradFill rotWithShape="1">
              <a:gsLst>
                <a:gs pos="0">
                  <a:srgbClr val="FFFCF5">
                    <a:alpha val="100000"/>
                  </a:srgbClr>
                </a:gs>
                <a:gs pos="100000">
                  <a:srgbClr val="D8D5CA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383" y="519398"/>
              <a:ext cx="8194404" cy="1785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1358"/>
                </a:lnSpc>
              </a:pPr>
              <a:r>
                <a:rPr lang="en-US" sz="8113" b="1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Q &amp; A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-469287">
            <a:off x="12879668" y="6537625"/>
            <a:ext cx="3844152" cy="1796267"/>
          </a:xfrm>
          <a:custGeom>
            <a:avLst/>
            <a:gdLst/>
            <a:ahLst/>
            <a:cxnLst/>
            <a:rect l="l" t="t" r="r" b="b"/>
            <a:pathLst>
              <a:path w="3844152" h="1796267">
                <a:moveTo>
                  <a:pt x="0" y="0"/>
                </a:moveTo>
                <a:lnTo>
                  <a:pt x="3844152" y="0"/>
                </a:lnTo>
                <a:lnTo>
                  <a:pt x="3844152" y="1796268"/>
                </a:lnTo>
                <a:lnTo>
                  <a:pt x="0" y="17962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826344" y="7537521"/>
            <a:ext cx="5328903" cy="2354406"/>
          </a:xfrm>
          <a:custGeom>
            <a:avLst/>
            <a:gdLst/>
            <a:ahLst/>
            <a:cxnLst/>
            <a:rect l="l" t="t" r="r" b="b"/>
            <a:pathLst>
              <a:path w="5328903" h="2354406">
                <a:moveTo>
                  <a:pt x="0" y="0"/>
                </a:moveTo>
                <a:lnTo>
                  <a:pt x="5328902" y="0"/>
                </a:lnTo>
                <a:lnTo>
                  <a:pt x="5328902" y="2354406"/>
                </a:lnTo>
                <a:lnTo>
                  <a:pt x="0" y="2354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724448" y="1851776"/>
            <a:ext cx="7050877" cy="1882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17"/>
              </a:lnSpc>
            </a:pPr>
            <a:r>
              <a:rPr lang="en-US" sz="11012" b="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266</Words>
  <Application>Microsoft Office PowerPoint</Application>
  <PresentationFormat>Custom</PresentationFormat>
  <Paragraphs>52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TT Hoves Bold</vt:lpstr>
      <vt:lpstr>Arial</vt:lpstr>
      <vt:lpstr>Core Bandi Face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E - RALM Booklet Preview PAC-G Presentation</dc:title>
  <cp:lastModifiedBy>Damilare A</cp:lastModifiedBy>
  <cp:revision>1</cp:revision>
  <dcterms:created xsi:type="dcterms:W3CDTF">2006-08-16T00:00:00Z</dcterms:created>
  <dcterms:modified xsi:type="dcterms:W3CDTF">2026-07-14T02:27:24Z</dcterms:modified>
  <dc:identifier>DAHNia50oyo</dc:identifier>
</cp:coreProperties>
</file>