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7" r:id="rId2"/>
  </p:sldIdLst>
  <p:sldSz cx="51206400" cy="384048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472">
          <p15:clr>
            <a:srgbClr val="A4A3A4"/>
          </p15:clr>
        </p15:guide>
        <p15:guide id="2" pos="161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800"/>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EFFDBA-897C-4898-7AD9-3DCECA9974B1}" v="10" dt="2025-04-04T00:12:37.322"/>
    <p1510:client id="{854D4DCC-7EAF-AEB3-C835-FB4ABE9A237F}" v="115" dt="2025-04-03T18:44:07.370"/>
    <p1510:client id="{F90B0B35-B5B3-BF41-BB83-7E2851D3A2B2}" v="185" dt="2025-04-04T00:48:27.872"/>
    <p1510:client id="{FAA1E356-90D9-AC4D-3A64-0A9B461B38F9}" v="10" dt="2025-04-03T23:10:26.7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723" autoAdjust="0"/>
    <p:restoredTop sz="96000" autoAdjust="0"/>
  </p:normalViewPr>
  <p:slideViewPr>
    <p:cSldViewPr>
      <p:cViewPr>
        <p:scale>
          <a:sx n="30" d="100"/>
          <a:sy n="30" d="100"/>
        </p:scale>
        <p:origin x="1248" y="-8"/>
      </p:cViewPr>
      <p:guideLst>
        <p:guide orient="horz" pos="10472"/>
        <p:guide pos="16128"/>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C26C6CF-7111-4382-B6CF-25CBDC4ACE3F}" type="datetimeFigureOut">
              <a:rPr lang="en-US" smtClean="0"/>
              <a:pPr/>
              <a:t>4/4/2025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EBAE40-E73F-46FB-9D86-23E181DF8B7D}" type="slidenum">
              <a:rPr lang="en-US" smtClean="0"/>
              <a:pPr/>
              <a:t>‹#›</a:t>
            </a:fld>
            <a:endParaRPr lang="en-US" dirty="0"/>
          </a:p>
        </p:txBody>
      </p:sp>
    </p:spTree>
    <p:extLst>
      <p:ext uri="{BB962C8B-B14F-4D97-AF65-F5344CB8AC3E}">
        <p14:creationId xmlns:p14="http://schemas.microsoft.com/office/powerpoint/2010/main" val="140833912"/>
      </p:ext>
    </p:extLst>
  </p:cSld>
  <p:clrMap bg1="lt1" tx1="dk1" bg2="lt2" tx2="dk2" accent1="accent1" accent2="accent2" accent3="accent3" accent4="accent4" accent5="accent5" accent6="accent6" hlink="hlink" folHlink="folHlink"/>
  <p:notesStyle>
    <a:lvl1pPr marL="0" algn="l" defTabSz="1493300" rtl="0" eaLnBrk="1" latinLnBrk="0" hangingPunct="1">
      <a:defRPr sz="2000" kern="1200">
        <a:solidFill>
          <a:schemeClr val="tx1"/>
        </a:solidFill>
        <a:latin typeface="+mn-lt"/>
        <a:ea typeface="+mn-ea"/>
        <a:cs typeface="+mn-cs"/>
      </a:defRPr>
    </a:lvl1pPr>
    <a:lvl2pPr marL="746651" algn="l" defTabSz="1493300" rtl="0" eaLnBrk="1" latinLnBrk="0" hangingPunct="1">
      <a:defRPr sz="2000" kern="1200">
        <a:solidFill>
          <a:schemeClr val="tx1"/>
        </a:solidFill>
        <a:latin typeface="+mn-lt"/>
        <a:ea typeface="+mn-ea"/>
        <a:cs typeface="+mn-cs"/>
      </a:defRPr>
    </a:lvl2pPr>
    <a:lvl3pPr marL="1493300" algn="l" defTabSz="1493300" rtl="0" eaLnBrk="1" latinLnBrk="0" hangingPunct="1">
      <a:defRPr sz="2000" kern="1200">
        <a:solidFill>
          <a:schemeClr val="tx1"/>
        </a:solidFill>
        <a:latin typeface="+mn-lt"/>
        <a:ea typeface="+mn-ea"/>
        <a:cs typeface="+mn-cs"/>
      </a:defRPr>
    </a:lvl3pPr>
    <a:lvl4pPr marL="2239951" algn="l" defTabSz="1493300" rtl="0" eaLnBrk="1" latinLnBrk="0" hangingPunct="1">
      <a:defRPr sz="2000" kern="1200">
        <a:solidFill>
          <a:schemeClr val="tx1"/>
        </a:solidFill>
        <a:latin typeface="+mn-lt"/>
        <a:ea typeface="+mn-ea"/>
        <a:cs typeface="+mn-cs"/>
      </a:defRPr>
    </a:lvl4pPr>
    <a:lvl5pPr marL="2986600" algn="l" defTabSz="1493300" rtl="0" eaLnBrk="1" latinLnBrk="0" hangingPunct="1">
      <a:defRPr sz="2000" kern="1200">
        <a:solidFill>
          <a:schemeClr val="tx1"/>
        </a:solidFill>
        <a:latin typeface="+mn-lt"/>
        <a:ea typeface="+mn-ea"/>
        <a:cs typeface="+mn-cs"/>
      </a:defRPr>
    </a:lvl5pPr>
    <a:lvl6pPr marL="3733251" algn="l" defTabSz="1493300" rtl="0" eaLnBrk="1" latinLnBrk="0" hangingPunct="1">
      <a:defRPr sz="2000" kern="1200">
        <a:solidFill>
          <a:schemeClr val="tx1"/>
        </a:solidFill>
        <a:latin typeface="+mn-lt"/>
        <a:ea typeface="+mn-ea"/>
        <a:cs typeface="+mn-cs"/>
      </a:defRPr>
    </a:lvl6pPr>
    <a:lvl7pPr marL="4479900" algn="l" defTabSz="1493300" rtl="0" eaLnBrk="1" latinLnBrk="0" hangingPunct="1">
      <a:defRPr sz="2000" kern="1200">
        <a:solidFill>
          <a:schemeClr val="tx1"/>
        </a:solidFill>
        <a:latin typeface="+mn-lt"/>
        <a:ea typeface="+mn-ea"/>
        <a:cs typeface="+mn-cs"/>
      </a:defRPr>
    </a:lvl7pPr>
    <a:lvl8pPr marL="5226551" algn="l" defTabSz="1493300" rtl="0" eaLnBrk="1" latinLnBrk="0" hangingPunct="1">
      <a:defRPr sz="2000" kern="1200">
        <a:solidFill>
          <a:schemeClr val="tx1"/>
        </a:solidFill>
        <a:latin typeface="+mn-lt"/>
        <a:ea typeface="+mn-ea"/>
        <a:cs typeface="+mn-cs"/>
      </a:defRPr>
    </a:lvl8pPr>
    <a:lvl9pPr marL="5973201" algn="l" defTabSz="1493300" rtl="0" eaLnBrk="1" latinLnBrk="0" hangingPunct="1">
      <a:defRPr sz="2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EBAE40-E73F-46FB-9D86-23E181DF8B7D}" type="slidenum">
              <a:rPr lang="en-US" smtClean="0"/>
              <a:pPr/>
              <a:t>1</a:t>
            </a:fld>
            <a:endParaRPr lang="en-US" dirty="0"/>
          </a:p>
        </p:txBody>
      </p:sp>
    </p:spTree>
    <p:extLst>
      <p:ext uri="{BB962C8B-B14F-4D97-AF65-F5344CB8AC3E}">
        <p14:creationId xmlns:p14="http://schemas.microsoft.com/office/powerpoint/2010/main" val="1303408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428D8-847C-409D-9C21-D1294E7051D5}"/>
              </a:ext>
            </a:extLst>
          </p:cNvPr>
          <p:cNvSpPr>
            <a:spLocks noGrp="1"/>
          </p:cNvSpPr>
          <p:nvPr>
            <p:ph type="ctrTitle"/>
          </p:nvPr>
        </p:nvSpPr>
        <p:spPr>
          <a:xfrm>
            <a:off x="6400800" y="6285233"/>
            <a:ext cx="38404800" cy="13370560"/>
          </a:xfrm>
        </p:spPr>
        <p:txBody>
          <a:bodyPr anchor="b"/>
          <a:lstStyle>
            <a:lvl1pPr algn="ctr">
              <a:defRPr sz="25200"/>
            </a:lvl1pPr>
          </a:lstStyle>
          <a:p>
            <a:r>
              <a:rPr lang="en-US"/>
              <a:t>Click to edit Master title style</a:t>
            </a:r>
          </a:p>
        </p:txBody>
      </p:sp>
      <p:sp>
        <p:nvSpPr>
          <p:cNvPr id="3" name="Subtitle 2">
            <a:extLst>
              <a:ext uri="{FF2B5EF4-FFF2-40B4-BE49-F238E27FC236}">
                <a16:creationId xmlns:a16="http://schemas.microsoft.com/office/drawing/2014/main" id="{4F69C754-36B0-4614-B330-E3DD9B71F46E}"/>
              </a:ext>
            </a:extLst>
          </p:cNvPr>
          <p:cNvSpPr>
            <a:spLocks noGrp="1"/>
          </p:cNvSpPr>
          <p:nvPr>
            <p:ph type="subTitle" idx="1"/>
          </p:nvPr>
        </p:nvSpPr>
        <p:spPr>
          <a:xfrm>
            <a:off x="6400800" y="20171413"/>
            <a:ext cx="384048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p>
        </p:txBody>
      </p:sp>
      <p:sp>
        <p:nvSpPr>
          <p:cNvPr id="4" name="Date Placeholder 3">
            <a:extLst>
              <a:ext uri="{FF2B5EF4-FFF2-40B4-BE49-F238E27FC236}">
                <a16:creationId xmlns:a16="http://schemas.microsoft.com/office/drawing/2014/main" id="{AC926DDF-6576-4BFF-9325-1EF4EAAB0ED6}"/>
              </a:ext>
            </a:extLst>
          </p:cNvPr>
          <p:cNvSpPr>
            <a:spLocks noGrp="1"/>
          </p:cNvSpPr>
          <p:nvPr>
            <p:ph type="dt" sz="half" idx="10"/>
          </p:nvPr>
        </p:nvSpPr>
        <p:spPr/>
        <p:txBody>
          <a:bodyPr/>
          <a:lstStyle/>
          <a:p>
            <a:fld id="{8BA6D076-6E59-4542-8A05-30A1806FB2D7}" type="datetimeFigureOut">
              <a:rPr lang="en-US" smtClean="0"/>
              <a:pPr/>
              <a:t>4/4/2025</a:t>
            </a:fld>
            <a:endParaRPr lang="en-US" dirty="0"/>
          </a:p>
        </p:txBody>
      </p:sp>
      <p:sp>
        <p:nvSpPr>
          <p:cNvPr id="5" name="Footer Placeholder 4">
            <a:extLst>
              <a:ext uri="{FF2B5EF4-FFF2-40B4-BE49-F238E27FC236}">
                <a16:creationId xmlns:a16="http://schemas.microsoft.com/office/drawing/2014/main" id="{10AAC532-6B09-4CF3-8FD8-9CF653B9241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4872BAE-49E5-4BBE-862F-D6D5AAB13F5C}"/>
              </a:ext>
            </a:extLst>
          </p:cNvPr>
          <p:cNvSpPr>
            <a:spLocks noGrp="1"/>
          </p:cNvSpPr>
          <p:nvPr>
            <p:ph type="sldNum" sz="quarter" idx="12"/>
          </p:nvPr>
        </p:nvSpPr>
        <p:spPr/>
        <p:txBody>
          <a:body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3763029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FF44C-A240-4097-9651-2911EA2B9C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485B02-2E40-46C4-8AF9-540D4EB67A3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35DD65-D1F0-4683-9797-F198078160E9}"/>
              </a:ext>
            </a:extLst>
          </p:cNvPr>
          <p:cNvSpPr>
            <a:spLocks noGrp="1"/>
          </p:cNvSpPr>
          <p:nvPr>
            <p:ph type="dt" sz="half" idx="10"/>
          </p:nvPr>
        </p:nvSpPr>
        <p:spPr/>
        <p:txBody>
          <a:bodyPr/>
          <a:lstStyle/>
          <a:p>
            <a:fld id="{8BA6D076-6E59-4542-8A05-30A1806FB2D7}" type="datetimeFigureOut">
              <a:rPr lang="en-US" smtClean="0"/>
              <a:pPr/>
              <a:t>4/4/2025</a:t>
            </a:fld>
            <a:endParaRPr lang="en-US" dirty="0"/>
          </a:p>
        </p:txBody>
      </p:sp>
      <p:sp>
        <p:nvSpPr>
          <p:cNvPr id="5" name="Footer Placeholder 4">
            <a:extLst>
              <a:ext uri="{FF2B5EF4-FFF2-40B4-BE49-F238E27FC236}">
                <a16:creationId xmlns:a16="http://schemas.microsoft.com/office/drawing/2014/main" id="{0B5B21E5-836E-483E-A823-B33DDB95DF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A803F5B-46F7-4DBD-9D01-9AEAB892DABE}"/>
              </a:ext>
            </a:extLst>
          </p:cNvPr>
          <p:cNvSpPr>
            <a:spLocks noGrp="1"/>
          </p:cNvSpPr>
          <p:nvPr>
            <p:ph type="sldNum" sz="quarter" idx="12"/>
          </p:nvPr>
        </p:nvSpPr>
        <p:spPr/>
        <p:txBody>
          <a:body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3740714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99FBF-882B-43E8-A544-FAAFD1C68A7A}"/>
              </a:ext>
            </a:extLst>
          </p:cNvPr>
          <p:cNvSpPr>
            <a:spLocks noGrp="1"/>
          </p:cNvSpPr>
          <p:nvPr>
            <p:ph type="title"/>
          </p:nvPr>
        </p:nvSpPr>
        <p:spPr>
          <a:xfrm>
            <a:off x="3493770" y="9574536"/>
            <a:ext cx="44165520" cy="15975327"/>
          </a:xfrm>
        </p:spPr>
        <p:txBody>
          <a:bodyPr anchor="b"/>
          <a:lstStyle>
            <a:lvl1pPr>
              <a:defRPr sz="25200"/>
            </a:lvl1pPr>
          </a:lstStyle>
          <a:p>
            <a:r>
              <a:rPr lang="en-US"/>
              <a:t>Click to edit Master title style</a:t>
            </a:r>
          </a:p>
        </p:txBody>
      </p:sp>
      <p:sp>
        <p:nvSpPr>
          <p:cNvPr id="3" name="Text Placeholder 2">
            <a:extLst>
              <a:ext uri="{FF2B5EF4-FFF2-40B4-BE49-F238E27FC236}">
                <a16:creationId xmlns:a16="http://schemas.microsoft.com/office/drawing/2014/main" id="{B36D1773-8E94-4B3D-A72A-7B4789ADBF99}"/>
              </a:ext>
            </a:extLst>
          </p:cNvPr>
          <p:cNvSpPr>
            <a:spLocks noGrp="1"/>
          </p:cNvSpPr>
          <p:nvPr>
            <p:ph type="body" idx="1"/>
          </p:nvPr>
        </p:nvSpPr>
        <p:spPr>
          <a:xfrm>
            <a:off x="3493770" y="25700996"/>
            <a:ext cx="44165520" cy="8401047"/>
          </a:xfrm>
        </p:spPr>
        <p:txBody>
          <a:bodyPr/>
          <a:lstStyle>
            <a:lvl1pPr marL="0" indent="0">
              <a:buNone/>
              <a:defRPr sz="10080">
                <a:solidFill>
                  <a:schemeClr val="tx1">
                    <a:tint val="75000"/>
                  </a:schemeClr>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A790F32-D08B-45DD-B85C-607A60654FB7}"/>
              </a:ext>
            </a:extLst>
          </p:cNvPr>
          <p:cNvSpPr>
            <a:spLocks noGrp="1"/>
          </p:cNvSpPr>
          <p:nvPr>
            <p:ph type="dt" sz="half" idx="10"/>
          </p:nvPr>
        </p:nvSpPr>
        <p:spPr/>
        <p:txBody>
          <a:bodyPr/>
          <a:lstStyle/>
          <a:p>
            <a:fld id="{8BA6D076-6E59-4542-8A05-30A1806FB2D7}" type="datetimeFigureOut">
              <a:rPr lang="en-US" smtClean="0"/>
              <a:pPr/>
              <a:t>4/4/2025</a:t>
            </a:fld>
            <a:endParaRPr lang="en-US" dirty="0"/>
          </a:p>
        </p:txBody>
      </p:sp>
      <p:sp>
        <p:nvSpPr>
          <p:cNvPr id="5" name="Footer Placeholder 4">
            <a:extLst>
              <a:ext uri="{FF2B5EF4-FFF2-40B4-BE49-F238E27FC236}">
                <a16:creationId xmlns:a16="http://schemas.microsoft.com/office/drawing/2014/main" id="{CE6120EF-9D79-4F2B-8CDC-A75C374714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3C83905-BD84-4CF6-80DD-78519AB514F1}"/>
              </a:ext>
            </a:extLst>
          </p:cNvPr>
          <p:cNvSpPr>
            <a:spLocks noGrp="1"/>
          </p:cNvSpPr>
          <p:nvPr>
            <p:ph type="sldNum" sz="quarter" idx="12"/>
          </p:nvPr>
        </p:nvSpPr>
        <p:spPr/>
        <p:txBody>
          <a:body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3480098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72D83-8BD8-464A-B8BA-CF952C1612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E82DD9-22D4-4B09-B824-6E048B3E90E6}"/>
              </a:ext>
            </a:extLst>
          </p:cNvPr>
          <p:cNvSpPr>
            <a:spLocks noGrp="1"/>
          </p:cNvSpPr>
          <p:nvPr>
            <p:ph sz="half" idx="1"/>
          </p:nvPr>
        </p:nvSpPr>
        <p:spPr>
          <a:xfrm>
            <a:off x="3520440" y="10223500"/>
            <a:ext cx="21762720" cy="2436749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2B8441-0F4D-44C4-8E63-322AFC24E02B}"/>
              </a:ext>
            </a:extLst>
          </p:cNvPr>
          <p:cNvSpPr>
            <a:spLocks noGrp="1"/>
          </p:cNvSpPr>
          <p:nvPr>
            <p:ph sz="half" idx="2"/>
          </p:nvPr>
        </p:nvSpPr>
        <p:spPr>
          <a:xfrm>
            <a:off x="25923240" y="10223500"/>
            <a:ext cx="21762720" cy="2436749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0F06C-5721-4F17-8F57-6B51D570CBC5}"/>
              </a:ext>
            </a:extLst>
          </p:cNvPr>
          <p:cNvSpPr>
            <a:spLocks noGrp="1"/>
          </p:cNvSpPr>
          <p:nvPr>
            <p:ph type="dt" sz="half" idx="10"/>
          </p:nvPr>
        </p:nvSpPr>
        <p:spPr/>
        <p:txBody>
          <a:bodyPr/>
          <a:lstStyle/>
          <a:p>
            <a:fld id="{8BA6D076-6E59-4542-8A05-30A1806FB2D7}" type="datetimeFigureOut">
              <a:rPr lang="en-US" smtClean="0"/>
              <a:pPr/>
              <a:t>4/4/2025</a:t>
            </a:fld>
            <a:endParaRPr lang="en-US" dirty="0"/>
          </a:p>
        </p:txBody>
      </p:sp>
      <p:sp>
        <p:nvSpPr>
          <p:cNvPr id="6" name="Footer Placeholder 5">
            <a:extLst>
              <a:ext uri="{FF2B5EF4-FFF2-40B4-BE49-F238E27FC236}">
                <a16:creationId xmlns:a16="http://schemas.microsoft.com/office/drawing/2014/main" id="{B561B580-FF68-43E5-B648-3ECBAF9475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78EC88D-0B60-4CF4-80E1-729F3403824D}"/>
              </a:ext>
            </a:extLst>
          </p:cNvPr>
          <p:cNvSpPr>
            <a:spLocks noGrp="1"/>
          </p:cNvSpPr>
          <p:nvPr>
            <p:ph type="sldNum" sz="quarter" idx="12"/>
          </p:nvPr>
        </p:nvSpPr>
        <p:spPr/>
        <p:txBody>
          <a:body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1536138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6876B-099F-42EF-943F-AFFC70AB9D26}"/>
              </a:ext>
            </a:extLst>
          </p:cNvPr>
          <p:cNvSpPr>
            <a:spLocks noGrp="1"/>
          </p:cNvSpPr>
          <p:nvPr>
            <p:ph type="title"/>
          </p:nvPr>
        </p:nvSpPr>
        <p:spPr>
          <a:xfrm>
            <a:off x="3527110" y="2044703"/>
            <a:ext cx="44165520" cy="74231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54D6D9-EAE9-4749-A462-13C174038D7F}"/>
              </a:ext>
            </a:extLst>
          </p:cNvPr>
          <p:cNvSpPr>
            <a:spLocks noGrp="1"/>
          </p:cNvSpPr>
          <p:nvPr>
            <p:ph type="body" idx="1"/>
          </p:nvPr>
        </p:nvSpPr>
        <p:spPr>
          <a:xfrm>
            <a:off x="3527112" y="9414513"/>
            <a:ext cx="21662705"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Edit Master text styles</a:t>
            </a:r>
          </a:p>
        </p:txBody>
      </p:sp>
      <p:sp>
        <p:nvSpPr>
          <p:cNvPr id="4" name="Content Placeholder 3">
            <a:extLst>
              <a:ext uri="{FF2B5EF4-FFF2-40B4-BE49-F238E27FC236}">
                <a16:creationId xmlns:a16="http://schemas.microsoft.com/office/drawing/2014/main" id="{3D1AB444-57BE-4D28-B54B-A6DD4DACD7F6}"/>
              </a:ext>
            </a:extLst>
          </p:cNvPr>
          <p:cNvSpPr>
            <a:spLocks noGrp="1"/>
          </p:cNvSpPr>
          <p:nvPr>
            <p:ph sz="half" idx="2"/>
          </p:nvPr>
        </p:nvSpPr>
        <p:spPr>
          <a:xfrm>
            <a:off x="3527112" y="14028420"/>
            <a:ext cx="21662705" cy="2063369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6FDC5F-2463-4A76-88D6-F755E0FE69D7}"/>
              </a:ext>
            </a:extLst>
          </p:cNvPr>
          <p:cNvSpPr>
            <a:spLocks noGrp="1"/>
          </p:cNvSpPr>
          <p:nvPr>
            <p:ph type="body" sz="quarter" idx="3"/>
          </p:nvPr>
        </p:nvSpPr>
        <p:spPr>
          <a:xfrm>
            <a:off x="25923240" y="9414513"/>
            <a:ext cx="21769390"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Edit Master text styles</a:t>
            </a:r>
          </a:p>
        </p:txBody>
      </p:sp>
      <p:sp>
        <p:nvSpPr>
          <p:cNvPr id="6" name="Content Placeholder 5">
            <a:extLst>
              <a:ext uri="{FF2B5EF4-FFF2-40B4-BE49-F238E27FC236}">
                <a16:creationId xmlns:a16="http://schemas.microsoft.com/office/drawing/2014/main" id="{E7F5AD5E-6C85-4B2B-9B08-19A38CA54380}"/>
              </a:ext>
            </a:extLst>
          </p:cNvPr>
          <p:cNvSpPr>
            <a:spLocks noGrp="1"/>
          </p:cNvSpPr>
          <p:nvPr>
            <p:ph sz="quarter" idx="4"/>
          </p:nvPr>
        </p:nvSpPr>
        <p:spPr>
          <a:xfrm>
            <a:off x="25923240" y="14028420"/>
            <a:ext cx="21769390" cy="2063369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27B178-AC94-4F20-9ABD-63CDD28B5AEA}"/>
              </a:ext>
            </a:extLst>
          </p:cNvPr>
          <p:cNvSpPr>
            <a:spLocks noGrp="1"/>
          </p:cNvSpPr>
          <p:nvPr>
            <p:ph type="dt" sz="half" idx="10"/>
          </p:nvPr>
        </p:nvSpPr>
        <p:spPr/>
        <p:txBody>
          <a:bodyPr/>
          <a:lstStyle/>
          <a:p>
            <a:fld id="{8BA6D076-6E59-4542-8A05-30A1806FB2D7}" type="datetimeFigureOut">
              <a:rPr lang="en-US" smtClean="0"/>
              <a:pPr/>
              <a:t>4/4/2025</a:t>
            </a:fld>
            <a:endParaRPr lang="en-US" dirty="0"/>
          </a:p>
        </p:txBody>
      </p:sp>
      <p:sp>
        <p:nvSpPr>
          <p:cNvPr id="8" name="Footer Placeholder 7">
            <a:extLst>
              <a:ext uri="{FF2B5EF4-FFF2-40B4-BE49-F238E27FC236}">
                <a16:creationId xmlns:a16="http://schemas.microsoft.com/office/drawing/2014/main" id="{988C4421-BA58-4CCB-B70C-6D538BAFB9A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3554423-500F-4E65-9DF6-F3F428C574C5}"/>
              </a:ext>
            </a:extLst>
          </p:cNvPr>
          <p:cNvSpPr>
            <a:spLocks noGrp="1"/>
          </p:cNvSpPr>
          <p:nvPr>
            <p:ph type="sldNum" sz="quarter" idx="12"/>
          </p:nvPr>
        </p:nvSpPr>
        <p:spPr/>
        <p:txBody>
          <a:body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1305721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5EE11-BADF-415C-B1E5-AA6B4EE7E0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DFF17C-66A9-4DD2-8FD6-971B46B9682D}"/>
              </a:ext>
            </a:extLst>
          </p:cNvPr>
          <p:cNvSpPr>
            <a:spLocks noGrp="1"/>
          </p:cNvSpPr>
          <p:nvPr>
            <p:ph type="dt" sz="half" idx="10"/>
          </p:nvPr>
        </p:nvSpPr>
        <p:spPr/>
        <p:txBody>
          <a:bodyPr/>
          <a:lstStyle/>
          <a:p>
            <a:fld id="{8BA6D076-6E59-4542-8A05-30A1806FB2D7}" type="datetimeFigureOut">
              <a:rPr lang="en-US" smtClean="0"/>
              <a:pPr/>
              <a:t>4/4/2025</a:t>
            </a:fld>
            <a:endParaRPr lang="en-US" dirty="0"/>
          </a:p>
        </p:txBody>
      </p:sp>
      <p:sp>
        <p:nvSpPr>
          <p:cNvPr id="4" name="Footer Placeholder 3">
            <a:extLst>
              <a:ext uri="{FF2B5EF4-FFF2-40B4-BE49-F238E27FC236}">
                <a16:creationId xmlns:a16="http://schemas.microsoft.com/office/drawing/2014/main" id="{CAC9FAB2-EEEC-4321-B05C-D52E86F39CB0}"/>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43B2E5B-4933-482D-88BC-C8D9ACE34A79}"/>
              </a:ext>
            </a:extLst>
          </p:cNvPr>
          <p:cNvSpPr>
            <a:spLocks noGrp="1"/>
          </p:cNvSpPr>
          <p:nvPr>
            <p:ph type="sldNum" sz="quarter" idx="12"/>
          </p:nvPr>
        </p:nvSpPr>
        <p:spPr/>
        <p:txBody>
          <a:body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3478052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A5ED14-3295-4C4E-8C86-81B3A73ECA1F}"/>
              </a:ext>
            </a:extLst>
          </p:cNvPr>
          <p:cNvSpPr>
            <a:spLocks noGrp="1"/>
          </p:cNvSpPr>
          <p:nvPr>
            <p:ph type="dt" sz="half" idx="10"/>
          </p:nvPr>
        </p:nvSpPr>
        <p:spPr/>
        <p:txBody>
          <a:bodyPr/>
          <a:lstStyle/>
          <a:p>
            <a:fld id="{8BA6D076-6E59-4542-8A05-30A1806FB2D7}" type="datetimeFigureOut">
              <a:rPr lang="en-US" smtClean="0"/>
              <a:pPr/>
              <a:t>4/4/2025</a:t>
            </a:fld>
            <a:endParaRPr lang="en-US" dirty="0"/>
          </a:p>
        </p:txBody>
      </p:sp>
      <p:sp>
        <p:nvSpPr>
          <p:cNvPr id="3" name="Footer Placeholder 2">
            <a:extLst>
              <a:ext uri="{FF2B5EF4-FFF2-40B4-BE49-F238E27FC236}">
                <a16:creationId xmlns:a16="http://schemas.microsoft.com/office/drawing/2014/main" id="{DDE292FB-46B1-41BB-AD36-0FB02CE1F96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FAA9390-99DA-416B-8716-C536D7535C65}"/>
              </a:ext>
            </a:extLst>
          </p:cNvPr>
          <p:cNvSpPr>
            <a:spLocks noGrp="1"/>
          </p:cNvSpPr>
          <p:nvPr>
            <p:ph type="sldNum" sz="quarter" idx="12"/>
          </p:nvPr>
        </p:nvSpPr>
        <p:spPr/>
        <p:txBody>
          <a:body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746490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73CF8-3AA2-48B0-A022-FF35205BF3C9}"/>
              </a:ext>
            </a:extLst>
          </p:cNvPr>
          <p:cNvSpPr>
            <a:spLocks noGrp="1"/>
          </p:cNvSpPr>
          <p:nvPr>
            <p:ph type="title"/>
          </p:nvPr>
        </p:nvSpPr>
        <p:spPr>
          <a:xfrm>
            <a:off x="3527112" y="2560320"/>
            <a:ext cx="16515395" cy="8961120"/>
          </a:xfrm>
        </p:spPr>
        <p:txBody>
          <a:bodyPr anchor="b"/>
          <a:lstStyle>
            <a:lvl1pPr>
              <a:defRPr sz="13440"/>
            </a:lvl1pPr>
          </a:lstStyle>
          <a:p>
            <a:r>
              <a:rPr lang="en-US"/>
              <a:t>Click to edit Master title style</a:t>
            </a:r>
          </a:p>
        </p:txBody>
      </p:sp>
      <p:sp>
        <p:nvSpPr>
          <p:cNvPr id="3" name="Content Placeholder 2">
            <a:extLst>
              <a:ext uri="{FF2B5EF4-FFF2-40B4-BE49-F238E27FC236}">
                <a16:creationId xmlns:a16="http://schemas.microsoft.com/office/drawing/2014/main" id="{AF37F1F1-02EE-4FAD-9F2E-41AE25724383}"/>
              </a:ext>
            </a:extLst>
          </p:cNvPr>
          <p:cNvSpPr>
            <a:spLocks noGrp="1"/>
          </p:cNvSpPr>
          <p:nvPr>
            <p:ph idx="1"/>
          </p:nvPr>
        </p:nvSpPr>
        <p:spPr>
          <a:xfrm>
            <a:off x="21769390" y="5529583"/>
            <a:ext cx="2592324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0A8301-4050-488C-A1BF-7B3EF6359D33}"/>
              </a:ext>
            </a:extLst>
          </p:cNvPr>
          <p:cNvSpPr>
            <a:spLocks noGrp="1"/>
          </p:cNvSpPr>
          <p:nvPr>
            <p:ph type="body" sz="half" idx="2"/>
          </p:nvPr>
        </p:nvSpPr>
        <p:spPr>
          <a:xfrm>
            <a:off x="3527112" y="11521440"/>
            <a:ext cx="16515395"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Edit Master text styles</a:t>
            </a:r>
          </a:p>
        </p:txBody>
      </p:sp>
      <p:sp>
        <p:nvSpPr>
          <p:cNvPr id="5" name="Date Placeholder 4">
            <a:extLst>
              <a:ext uri="{FF2B5EF4-FFF2-40B4-BE49-F238E27FC236}">
                <a16:creationId xmlns:a16="http://schemas.microsoft.com/office/drawing/2014/main" id="{30532E87-26B0-4E6F-AAD6-5A1171A7EAB0}"/>
              </a:ext>
            </a:extLst>
          </p:cNvPr>
          <p:cNvSpPr>
            <a:spLocks noGrp="1"/>
          </p:cNvSpPr>
          <p:nvPr>
            <p:ph type="dt" sz="half" idx="10"/>
          </p:nvPr>
        </p:nvSpPr>
        <p:spPr/>
        <p:txBody>
          <a:bodyPr/>
          <a:lstStyle/>
          <a:p>
            <a:fld id="{8BA6D076-6E59-4542-8A05-30A1806FB2D7}" type="datetimeFigureOut">
              <a:rPr lang="en-US" smtClean="0"/>
              <a:pPr/>
              <a:t>4/4/2025</a:t>
            </a:fld>
            <a:endParaRPr lang="en-US" dirty="0"/>
          </a:p>
        </p:txBody>
      </p:sp>
      <p:sp>
        <p:nvSpPr>
          <p:cNvPr id="6" name="Footer Placeholder 5">
            <a:extLst>
              <a:ext uri="{FF2B5EF4-FFF2-40B4-BE49-F238E27FC236}">
                <a16:creationId xmlns:a16="http://schemas.microsoft.com/office/drawing/2014/main" id="{B05E0C15-AD12-4EA6-9A0D-D14B8AAC333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1ED422F-502A-41DF-8331-624B46597D97}"/>
              </a:ext>
            </a:extLst>
          </p:cNvPr>
          <p:cNvSpPr>
            <a:spLocks noGrp="1"/>
          </p:cNvSpPr>
          <p:nvPr>
            <p:ph type="sldNum" sz="quarter" idx="12"/>
          </p:nvPr>
        </p:nvSpPr>
        <p:spPr/>
        <p:txBody>
          <a:body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2535118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D30BC-D231-4058-8F62-067C24FDFA23}"/>
              </a:ext>
            </a:extLst>
          </p:cNvPr>
          <p:cNvSpPr>
            <a:spLocks noGrp="1"/>
          </p:cNvSpPr>
          <p:nvPr>
            <p:ph type="title"/>
          </p:nvPr>
        </p:nvSpPr>
        <p:spPr>
          <a:xfrm>
            <a:off x="3527112" y="2560320"/>
            <a:ext cx="16515395" cy="8961120"/>
          </a:xfrm>
        </p:spPr>
        <p:txBody>
          <a:bodyPr anchor="b"/>
          <a:lstStyle>
            <a:lvl1pPr>
              <a:defRPr sz="13440"/>
            </a:lvl1pPr>
          </a:lstStyle>
          <a:p>
            <a:r>
              <a:rPr lang="en-US"/>
              <a:t>Click to edit Master title style</a:t>
            </a:r>
          </a:p>
        </p:txBody>
      </p:sp>
      <p:sp>
        <p:nvSpPr>
          <p:cNvPr id="3" name="Picture Placeholder 2">
            <a:extLst>
              <a:ext uri="{FF2B5EF4-FFF2-40B4-BE49-F238E27FC236}">
                <a16:creationId xmlns:a16="http://schemas.microsoft.com/office/drawing/2014/main" id="{967553B2-9609-4B96-A045-6B8F1BBF0FD3}"/>
              </a:ext>
            </a:extLst>
          </p:cNvPr>
          <p:cNvSpPr>
            <a:spLocks noGrp="1"/>
          </p:cNvSpPr>
          <p:nvPr>
            <p:ph type="pic" idx="1"/>
          </p:nvPr>
        </p:nvSpPr>
        <p:spPr>
          <a:xfrm>
            <a:off x="21769390" y="5529583"/>
            <a:ext cx="25923240" cy="27292300"/>
          </a:xfrm>
        </p:spPr>
        <p:txBody>
          <a:bodyPr/>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endParaRPr lang="en-US"/>
          </a:p>
        </p:txBody>
      </p:sp>
      <p:sp>
        <p:nvSpPr>
          <p:cNvPr id="4" name="Text Placeholder 3">
            <a:extLst>
              <a:ext uri="{FF2B5EF4-FFF2-40B4-BE49-F238E27FC236}">
                <a16:creationId xmlns:a16="http://schemas.microsoft.com/office/drawing/2014/main" id="{51609BD8-7220-4CFF-B392-972E9CDCED54}"/>
              </a:ext>
            </a:extLst>
          </p:cNvPr>
          <p:cNvSpPr>
            <a:spLocks noGrp="1"/>
          </p:cNvSpPr>
          <p:nvPr>
            <p:ph type="body" sz="half" idx="2"/>
          </p:nvPr>
        </p:nvSpPr>
        <p:spPr>
          <a:xfrm>
            <a:off x="3527112" y="11521440"/>
            <a:ext cx="16515395"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Edit Master text styles</a:t>
            </a:r>
          </a:p>
        </p:txBody>
      </p:sp>
      <p:sp>
        <p:nvSpPr>
          <p:cNvPr id="5" name="Date Placeholder 4">
            <a:extLst>
              <a:ext uri="{FF2B5EF4-FFF2-40B4-BE49-F238E27FC236}">
                <a16:creationId xmlns:a16="http://schemas.microsoft.com/office/drawing/2014/main" id="{0D3BD03F-C4C6-49AB-A67D-7DB9DDF00F87}"/>
              </a:ext>
            </a:extLst>
          </p:cNvPr>
          <p:cNvSpPr>
            <a:spLocks noGrp="1"/>
          </p:cNvSpPr>
          <p:nvPr>
            <p:ph type="dt" sz="half" idx="10"/>
          </p:nvPr>
        </p:nvSpPr>
        <p:spPr/>
        <p:txBody>
          <a:bodyPr/>
          <a:lstStyle/>
          <a:p>
            <a:fld id="{8BA6D076-6E59-4542-8A05-30A1806FB2D7}" type="datetimeFigureOut">
              <a:rPr lang="en-US" smtClean="0"/>
              <a:pPr/>
              <a:t>4/4/2025</a:t>
            </a:fld>
            <a:endParaRPr lang="en-US" dirty="0"/>
          </a:p>
        </p:txBody>
      </p:sp>
      <p:sp>
        <p:nvSpPr>
          <p:cNvPr id="6" name="Footer Placeholder 5">
            <a:extLst>
              <a:ext uri="{FF2B5EF4-FFF2-40B4-BE49-F238E27FC236}">
                <a16:creationId xmlns:a16="http://schemas.microsoft.com/office/drawing/2014/main" id="{1F00A523-55E8-41C3-BE82-BFDCACD63FB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5D76782-51BB-498E-B2C6-34FCD1D66FC9}"/>
              </a:ext>
            </a:extLst>
          </p:cNvPr>
          <p:cNvSpPr>
            <a:spLocks noGrp="1"/>
          </p:cNvSpPr>
          <p:nvPr>
            <p:ph type="sldNum" sz="quarter" idx="12"/>
          </p:nvPr>
        </p:nvSpPr>
        <p:spPr/>
        <p:txBody>
          <a:body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4147390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D5E6E-674E-48EE-9D91-3ABD673536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B02246-90ED-4FFA-96EF-30D586C9FF5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245742-1CCD-4B6D-8B42-CAD0E1DB6E9E}"/>
              </a:ext>
            </a:extLst>
          </p:cNvPr>
          <p:cNvSpPr>
            <a:spLocks noGrp="1"/>
          </p:cNvSpPr>
          <p:nvPr>
            <p:ph type="dt" sz="half" idx="10"/>
          </p:nvPr>
        </p:nvSpPr>
        <p:spPr/>
        <p:txBody>
          <a:bodyPr/>
          <a:lstStyle/>
          <a:p>
            <a:fld id="{8BA6D076-6E59-4542-8A05-30A1806FB2D7}" type="datetimeFigureOut">
              <a:rPr lang="en-US" smtClean="0"/>
              <a:pPr/>
              <a:t>4/4/2025</a:t>
            </a:fld>
            <a:endParaRPr lang="en-US" dirty="0"/>
          </a:p>
        </p:txBody>
      </p:sp>
      <p:sp>
        <p:nvSpPr>
          <p:cNvPr id="5" name="Footer Placeholder 4">
            <a:extLst>
              <a:ext uri="{FF2B5EF4-FFF2-40B4-BE49-F238E27FC236}">
                <a16:creationId xmlns:a16="http://schemas.microsoft.com/office/drawing/2014/main" id="{8D053F96-64EB-49EA-998A-2E5C93BCAAF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8D3B848-CE98-40DB-80A4-6664A3754BB0}"/>
              </a:ext>
            </a:extLst>
          </p:cNvPr>
          <p:cNvSpPr>
            <a:spLocks noGrp="1"/>
          </p:cNvSpPr>
          <p:nvPr>
            <p:ph type="sldNum" sz="quarter" idx="12"/>
          </p:nvPr>
        </p:nvSpPr>
        <p:spPr/>
        <p:txBody>
          <a:body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2362821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BB221E-5B28-4104-AE6E-45E45D74C84E}"/>
              </a:ext>
            </a:extLst>
          </p:cNvPr>
          <p:cNvSpPr>
            <a:spLocks noGrp="1"/>
          </p:cNvSpPr>
          <p:nvPr>
            <p:ph type="title" orient="vert"/>
          </p:nvPr>
        </p:nvSpPr>
        <p:spPr>
          <a:xfrm>
            <a:off x="36644580" y="2044700"/>
            <a:ext cx="11041380" cy="3254629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0C2CED-6742-45C5-AFA9-17EB49F8618F}"/>
              </a:ext>
            </a:extLst>
          </p:cNvPr>
          <p:cNvSpPr>
            <a:spLocks noGrp="1"/>
          </p:cNvSpPr>
          <p:nvPr>
            <p:ph type="body" orient="vert" idx="1"/>
          </p:nvPr>
        </p:nvSpPr>
        <p:spPr>
          <a:xfrm>
            <a:off x="3520440" y="2044700"/>
            <a:ext cx="32484060" cy="3254629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58564C-D188-4FA1-9408-F57376DF903E}"/>
              </a:ext>
            </a:extLst>
          </p:cNvPr>
          <p:cNvSpPr>
            <a:spLocks noGrp="1"/>
          </p:cNvSpPr>
          <p:nvPr>
            <p:ph type="dt" sz="half" idx="10"/>
          </p:nvPr>
        </p:nvSpPr>
        <p:spPr/>
        <p:txBody>
          <a:bodyPr/>
          <a:lstStyle/>
          <a:p>
            <a:fld id="{8BA6D076-6E59-4542-8A05-30A1806FB2D7}" type="datetimeFigureOut">
              <a:rPr lang="en-US" smtClean="0"/>
              <a:pPr/>
              <a:t>4/4/2025</a:t>
            </a:fld>
            <a:endParaRPr lang="en-US" dirty="0"/>
          </a:p>
        </p:txBody>
      </p:sp>
      <p:sp>
        <p:nvSpPr>
          <p:cNvPr id="5" name="Footer Placeholder 4">
            <a:extLst>
              <a:ext uri="{FF2B5EF4-FFF2-40B4-BE49-F238E27FC236}">
                <a16:creationId xmlns:a16="http://schemas.microsoft.com/office/drawing/2014/main" id="{56EE0589-1A55-4A94-9AE4-0030B80FB94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E63BBC6-9EF9-4253-8666-8BD103ED8588}"/>
              </a:ext>
            </a:extLst>
          </p:cNvPr>
          <p:cNvSpPr>
            <a:spLocks noGrp="1"/>
          </p:cNvSpPr>
          <p:nvPr>
            <p:ph type="sldNum" sz="quarter" idx="12"/>
          </p:nvPr>
        </p:nvSpPr>
        <p:spPr/>
        <p:txBody>
          <a:body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2342410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C6778B-7C94-4E38-BB19-B0C818664F6C}"/>
              </a:ext>
            </a:extLst>
          </p:cNvPr>
          <p:cNvSpPr>
            <a:spLocks noGrp="1"/>
          </p:cNvSpPr>
          <p:nvPr>
            <p:ph type="title"/>
          </p:nvPr>
        </p:nvSpPr>
        <p:spPr>
          <a:xfrm>
            <a:off x="3520440" y="2044703"/>
            <a:ext cx="44165520" cy="742315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BBBEB3-EDC7-4C22-9D8C-7261AFFB630E}"/>
              </a:ext>
            </a:extLst>
          </p:cNvPr>
          <p:cNvSpPr>
            <a:spLocks noGrp="1"/>
          </p:cNvSpPr>
          <p:nvPr>
            <p:ph type="body" idx="1"/>
          </p:nvPr>
        </p:nvSpPr>
        <p:spPr>
          <a:xfrm>
            <a:off x="3520440" y="10223500"/>
            <a:ext cx="44165520" cy="2436749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E41DA9-0BF2-4B77-BD7D-DA80FB46BF33}"/>
              </a:ext>
            </a:extLst>
          </p:cNvPr>
          <p:cNvSpPr>
            <a:spLocks noGrp="1"/>
          </p:cNvSpPr>
          <p:nvPr>
            <p:ph type="dt" sz="half" idx="2"/>
          </p:nvPr>
        </p:nvSpPr>
        <p:spPr>
          <a:xfrm>
            <a:off x="3520440" y="35595563"/>
            <a:ext cx="11521440" cy="2044700"/>
          </a:xfrm>
          <a:prstGeom prst="rect">
            <a:avLst/>
          </a:prstGeom>
        </p:spPr>
        <p:txBody>
          <a:bodyPr vert="horz" lIns="91440" tIns="45720" rIns="91440" bIns="45720" rtlCol="0" anchor="ctr"/>
          <a:lstStyle>
            <a:lvl1pPr algn="l">
              <a:defRPr sz="5040">
                <a:solidFill>
                  <a:schemeClr val="tx1">
                    <a:tint val="75000"/>
                  </a:schemeClr>
                </a:solidFill>
              </a:defRPr>
            </a:lvl1pPr>
          </a:lstStyle>
          <a:p>
            <a:fld id="{8BA6D076-6E59-4542-8A05-30A1806FB2D7}" type="datetimeFigureOut">
              <a:rPr lang="en-US" smtClean="0"/>
              <a:pPr/>
              <a:t>4/4/2025</a:t>
            </a:fld>
            <a:endParaRPr lang="en-US" dirty="0"/>
          </a:p>
        </p:txBody>
      </p:sp>
      <p:sp>
        <p:nvSpPr>
          <p:cNvPr id="5" name="Footer Placeholder 4">
            <a:extLst>
              <a:ext uri="{FF2B5EF4-FFF2-40B4-BE49-F238E27FC236}">
                <a16:creationId xmlns:a16="http://schemas.microsoft.com/office/drawing/2014/main" id="{67F54E6D-9CCD-4193-962F-240DC7E5DC9C}"/>
              </a:ext>
            </a:extLst>
          </p:cNvPr>
          <p:cNvSpPr>
            <a:spLocks noGrp="1"/>
          </p:cNvSpPr>
          <p:nvPr>
            <p:ph type="ftr" sz="quarter" idx="3"/>
          </p:nvPr>
        </p:nvSpPr>
        <p:spPr>
          <a:xfrm>
            <a:off x="16962120" y="35595563"/>
            <a:ext cx="17282160" cy="2044700"/>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33A5287-3B4F-47A4-9871-F3097741A6C7}"/>
              </a:ext>
            </a:extLst>
          </p:cNvPr>
          <p:cNvSpPr>
            <a:spLocks noGrp="1"/>
          </p:cNvSpPr>
          <p:nvPr>
            <p:ph type="sldNum" sz="quarter" idx="4"/>
          </p:nvPr>
        </p:nvSpPr>
        <p:spPr>
          <a:xfrm>
            <a:off x="36164520" y="35595563"/>
            <a:ext cx="11521440" cy="2044700"/>
          </a:xfrm>
          <a:prstGeom prst="rect">
            <a:avLst/>
          </a:prstGeom>
        </p:spPr>
        <p:txBody>
          <a:bodyPr vert="horz" lIns="91440" tIns="45720" rIns="91440" bIns="45720" rtlCol="0" anchor="ctr"/>
          <a:lstStyle>
            <a:lvl1pPr algn="r">
              <a:defRPr sz="5040">
                <a:solidFill>
                  <a:schemeClr val="tx1">
                    <a:tint val="75000"/>
                  </a:schemeClr>
                </a:solidFill>
              </a:defRPr>
            </a:lvl1pPr>
          </a:lstStyle>
          <a:p>
            <a:fld id="{A7EA93F7-28CA-4E50-B7CA-8EBCAC9E8547}" type="slidenum">
              <a:rPr lang="en-US" smtClean="0"/>
              <a:pPr/>
              <a:t>‹#›</a:t>
            </a:fld>
            <a:endParaRPr lang="en-US" dirty="0"/>
          </a:p>
        </p:txBody>
      </p:sp>
    </p:spTree>
    <p:extLst>
      <p:ext uri="{BB962C8B-B14F-4D97-AF65-F5344CB8AC3E}">
        <p14:creationId xmlns:p14="http://schemas.microsoft.com/office/powerpoint/2010/main" val="8351853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2805" y="977900"/>
            <a:ext cx="49593496" cy="36804600"/>
          </a:xfrm>
          <a:prstGeom prst="rect">
            <a:avLst/>
          </a:prstGeom>
          <a:noFill/>
          <a:ln w="279400" cmpd="tri">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9331" tIns="74665" rIns="149331" bIns="74665" rtlCol="0" anchor="ctr"/>
          <a:lstStyle/>
          <a:p>
            <a:pPr algn="ctr"/>
            <a:endParaRPr lang="en-US" dirty="0"/>
          </a:p>
        </p:txBody>
      </p:sp>
      <p:sp>
        <p:nvSpPr>
          <p:cNvPr id="9" name="Rectangle 8"/>
          <p:cNvSpPr/>
          <p:nvPr/>
        </p:nvSpPr>
        <p:spPr>
          <a:xfrm>
            <a:off x="1545719" y="6756404"/>
            <a:ext cx="21301581" cy="7343969"/>
          </a:xfrm>
          <a:prstGeom prst="rect">
            <a:avLst/>
          </a:prstGeom>
          <a:noFill/>
          <a:ln w="10160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9331" tIns="74665" rIns="149331" bIns="74665" rtlCol="0" anchor="ctr"/>
          <a:lstStyle/>
          <a:p>
            <a:pPr algn="ctr"/>
            <a:endParaRPr lang="en-US" dirty="0"/>
          </a:p>
        </p:txBody>
      </p:sp>
      <p:sp>
        <p:nvSpPr>
          <p:cNvPr id="7" name="Rectangle 6"/>
          <p:cNvSpPr/>
          <p:nvPr/>
        </p:nvSpPr>
        <p:spPr>
          <a:xfrm>
            <a:off x="1600203" y="7549557"/>
            <a:ext cx="15579177" cy="696138"/>
          </a:xfrm>
          <a:prstGeom prst="rect">
            <a:avLst/>
          </a:prstGeom>
        </p:spPr>
        <p:txBody>
          <a:bodyPr wrap="square" lIns="149331" tIns="74665" rIns="149331" bIns="74665">
            <a:spAutoFit/>
          </a:bodyPr>
          <a:lstStyle/>
          <a:p>
            <a:pPr>
              <a:lnSpc>
                <a:spcPct val="115000"/>
              </a:lnSpc>
              <a:spcAft>
                <a:spcPts val="1633"/>
              </a:spcAft>
            </a:pPr>
            <a:endParaRPr lang="en-US" sz="3100" dirty="0">
              <a:ea typeface="Calibri"/>
              <a:cs typeface="Times New Roman"/>
            </a:endParaRPr>
          </a:p>
        </p:txBody>
      </p:sp>
      <p:sp>
        <p:nvSpPr>
          <p:cNvPr id="8" name="TextBox 7"/>
          <p:cNvSpPr txBox="1"/>
          <p:nvPr/>
        </p:nvSpPr>
        <p:spPr>
          <a:xfrm>
            <a:off x="1511300" y="6755887"/>
            <a:ext cx="21212680" cy="11815520"/>
          </a:xfrm>
          <a:prstGeom prst="rect">
            <a:avLst/>
          </a:prstGeom>
          <a:noFill/>
          <a:ln>
            <a:noFill/>
          </a:ln>
        </p:spPr>
        <p:txBody>
          <a:bodyPr wrap="square" lIns="149331" tIns="74665" rIns="149331" bIns="74665" rtlCol="0" anchor="t">
            <a:spAutoFit/>
          </a:bodyPr>
          <a:lstStyle/>
          <a:p>
            <a:pPr algn="ctr"/>
            <a:r>
              <a:rPr lang="en-US" sz="5600" b="1" u="sng" dirty="0">
                <a:solidFill>
                  <a:schemeClr val="tx2"/>
                </a:solidFill>
                <a:latin typeface="Times New Roman"/>
                <a:cs typeface="Arial"/>
              </a:rPr>
              <a:t>ABSTRACT</a:t>
            </a:r>
            <a:endParaRPr lang="en-US" sz="3000" dirty="0">
              <a:solidFill>
                <a:schemeClr val="tx2"/>
              </a:solidFill>
              <a:latin typeface="Times New Roman"/>
              <a:ea typeface="+mn-lt"/>
              <a:cs typeface="+mn-lt"/>
            </a:endParaRPr>
          </a:p>
          <a:p>
            <a:pPr algn="just"/>
            <a:endParaRPr lang="en-US" sz="2900" dirty="0">
              <a:solidFill>
                <a:schemeClr val="tx1">
                  <a:lumMod val="95000"/>
                  <a:lumOff val="5000"/>
                </a:schemeClr>
              </a:solidFill>
              <a:latin typeface="Times New Roman"/>
              <a:ea typeface="+mn-lt"/>
              <a:cs typeface="+mn-lt"/>
            </a:endParaRPr>
          </a:p>
          <a:p>
            <a:pPr algn="just"/>
            <a:r>
              <a:rPr lang="en-US" sz="2900" dirty="0">
                <a:solidFill>
                  <a:schemeClr val="tx1">
                    <a:lumMod val="95000"/>
                    <a:lumOff val="5000"/>
                  </a:schemeClr>
                </a:solidFill>
                <a:latin typeface="Times New Roman"/>
                <a:ea typeface="+mn-lt"/>
                <a:cs typeface="+mn-lt"/>
              </a:rPr>
              <a:t>The aim of this systematic review is to explore the impacts of stress and nicotine products on nutrition and chronic diseases in individuals aged 18–25, with a particular focus on college students. Their correlation with psychological health, physical health, and various lifestyle factors has become a critical area of study. Stress is strongly correlated with nicotine use, particularly in young adults experiencing heightened levels of stress. Reports from organizations such as the National Institute on Drug Abuse (NIDA) and the National Institutes of Health (NIH) highlight the growing trend of vaping among this population. Surveys also reveal that while nicotine use may provide temporary relief, it ultimately exacerbates agitation, depression, and health risks, including chronic diseases such as stroke, lung cancer, and fertility issues. This review compiles findings from various studies, highlighting interventions to minimize nicotine use. Comprehensive intervention programs featuring institutional therapies with SMART goals and support systems offer potential for reducing harmful behaviors and improving stress management. The review aims to demonstrate how targeted efforts can help young adults develop healthier coping mechanisms, reduce significant health risks, and promote smoke-free lifestyles. By synthesizing evidence, this review underscores the importance of addressing nicotine use and stress among young adults to achieve better health outcomes.</a:t>
            </a:r>
            <a:endParaRPr lang="en-US" sz="2900" dirty="0">
              <a:solidFill>
                <a:schemeClr val="tx1">
                  <a:lumMod val="95000"/>
                  <a:lumOff val="5000"/>
                </a:schemeClr>
              </a:solidFill>
            </a:endParaRPr>
          </a:p>
          <a:p>
            <a:pPr algn="just"/>
            <a:r>
              <a:rPr lang="en-US" sz="2900" dirty="0">
                <a:solidFill>
                  <a:schemeClr val="tx1">
                    <a:lumMod val="95000"/>
                    <a:lumOff val="5000"/>
                  </a:schemeClr>
                </a:solidFill>
                <a:latin typeface="Times New Roman"/>
                <a:ea typeface="+mn-lt"/>
                <a:cs typeface="+mn-lt"/>
              </a:rPr>
              <a:t>Keywords: Chronic Disease, Nutrition, Stress, Nicotine, Vaping, College Students</a:t>
            </a:r>
            <a:endParaRPr lang="en-US" sz="2900" dirty="0">
              <a:solidFill>
                <a:schemeClr val="tx1">
                  <a:lumMod val="95000"/>
                  <a:lumOff val="5000"/>
                </a:schemeClr>
              </a:solidFill>
              <a:latin typeface="Times New Roman"/>
              <a:cs typeface="Times New Roman"/>
            </a:endParaRPr>
          </a:p>
          <a:p>
            <a:endParaRPr lang="en-US" sz="6500" u="sng" dirty="0">
              <a:solidFill>
                <a:schemeClr val="tx2"/>
              </a:solidFill>
              <a:latin typeface="Arial" panose="020B0604020202020204" pitchFamily="34" charset="0"/>
              <a:cs typeface="Arial" panose="020B0604020202020204" pitchFamily="34" charset="0"/>
            </a:endParaRPr>
          </a:p>
          <a:p>
            <a:pPr algn="ctr"/>
            <a:endParaRPr lang="en-US" sz="6500" b="1" u="sng" dirty="0">
              <a:solidFill>
                <a:schemeClr val="tx2"/>
              </a:solidFill>
              <a:latin typeface="Arial" panose="020B0604020202020204" pitchFamily="34" charset="0"/>
              <a:cs typeface="Arial" panose="020B0604020202020204" pitchFamily="34" charset="0"/>
            </a:endParaRPr>
          </a:p>
          <a:p>
            <a:pPr algn="ctr"/>
            <a:endParaRPr lang="en-US" sz="6500" b="1" u="sng" dirty="0">
              <a:solidFill>
                <a:schemeClr val="tx2"/>
              </a:solidFill>
              <a:latin typeface="Arial" panose="020B0604020202020204" pitchFamily="34" charset="0"/>
              <a:cs typeface="Arial" panose="020B0604020202020204" pitchFamily="34" charset="0"/>
            </a:endParaRPr>
          </a:p>
          <a:p>
            <a:pPr algn="ctr"/>
            <a:endParaRPr lang="en-US" sz="6500" b="1" u="sng" dirty="0">
              <a:solidFill>
                <a:schemeClr val="tx2"/>
              </a:solidFill>
              <a:latin typeface="Arial" panose="020B0604020202020204" pitchFamily="34" charset="0"/>
              <a:cs typeface="Arial" panose="020B0604020202020204" pitchFamily="34" charset="0"/>
            </a:endParaRPr>
          </a:p>
          <a:p>
            <a:pPr algn="ctr"/>
            <a:endParaRPr lang="en-US" sz="6500" b="1" u="sng" dirty="0">
              <a:solidFill>
                <a:schemeClr val="tx2"/>
              </a:solidFill>
              <a:latin typeface="Arial" panose="020B0604020202020204" pitchFamily="34" charset="0"/>
              <a:cs typeface="Arial" panose="020B0604020202020204" pitchFamily="34" charset="0"/>
            </a:endParaRPr>
          </a:p>
        </p:txBody>
      </p:sp>
      <p:sp>
        <p:nvSpPr>
          <p:cNvPr id="11" name="Rectangle 10"/>
          <p:cNvSpPr/>
          <p:nvPr/>
        </p:nvSpPr>
        <p:spPr>
          <a:xfrm>
            <a:off x="1545719" y="14224512"/>
            <a:ext cx="21301581" cy="8409761"/>
          </a:xfrm>
          <a:prstGeom prst="rect">
            <a:avLst/>
          </a:prstGeom>
          <a:noFill/>
          <a:ln w="10160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9331" tIns="74665" rIns="149331" bIns="74665" rtlCol="0" anchor="ctr"/>
          <a:lstStyle/>
          <a:p>
            <a:pPr algn="ctr"/>
            <a:endParaRPr lang="en-US" dirty="0"/>
          </a:p>
        </p:txBody>
      </p:sp>
      <p:sp>
        <p:nvSpPr>
          <p:cNvPr id="21" name="Rectangle 20"/>
          <p:cNvSpPr/>
          <p:nvPr/>
        </p:nvSpPr>
        <p:spPr>
          <a:xfrm>
            <a:off x="22847299" y="6790158"/>
            <a:ext cx="27216099" cy="7415820"/>
          </a:xfrm>
          <a:prstGeom prst="rect">
            <a:avLst/>
          </a:prstGeom>
          <a:noFill/>
          <a:ln w="101600" cmpd="sng">
            <a:solidFill>
              <a:srgbClr val="263B86"/>
            </a:solidFill>
          </a:ln>
        </p:spPr>
        <p:style>
          <a:lnRef idx="2">
            <a:schemeClr val="accent1">
              <a:shade val="50000"/>
            </a:schemeClr>
          </a:lnRef>
          <a:fillRef idx="1">
            <a:schemeClr val="accent1"/>
          </a:fillRef>
          <a:effectRef idx="0">
            <a:schemeClr val="accent1"/>
          </a:effectRef>
          <a:fontRef idx="minor">
            <a:schemeClr val="lt1"/>
          </a:fontRef>
        </p:style>
        <p:txBody>
          <a:bodyPr lIns="149331" tIns="74665" rIns="149331" bIns="74665" rtlCol="0" anchor="ctr"/>
          <a:lstStyle/>
          <a:p>
            <a:pPr algn="ctr"/>
            <a:endParaRPr lang="en-US" dirty="0"/>
          </a:p>
        </p:txBody>
      </p:sp>
      <p:sp>
        <p:nvSpPr>
          <p:cNvPr id="24" name="TextBox 23"/>
          <p:cNvSpPr txBox="1"/>
          <p:nvPr/>
        </p:nvSpPr>
        <p:spPr>
          <a:xfrm>
            <a:off x="1600198" y="14224000"/>
            <a:ext cx="20891502" cy="1043340"/>
          </a:xfrm>
          <a:prstGeom prst="rect">
            <a:avLst/>
          </a:prstGeom>
          <a:noFill/>
        </p:spPr>
        <p:txBody>
          <a:bodyPr wrap="square" lIns="149331" tIns="74665" rIns="149331" bIns="74665" rtlCol="0" anchor="t">
            <a:spAutoFit/>
          </a:bodyPr>
          <a:lstStyle/>
          <a:p>
            <a:pPr algn="ctr"/>
            <a:r>
              <a:rPr lang="en-US" sz="5600" b="1" u="sng" dirty="0">
                <a:solidFill>
                  <a:schemeClr val="tx2"/>
                </a:solidFill>
                <a:latin typeface="Times New Roman"/>
                <a:cs typeface="Arial"/>
              </a:rPr>
              <a:t>INTRODUCTION</a:t>
            </a:r>
          </a:p>
        </p:txBody>
      </p:sp>
      <p:sp>
        <p:nvSpPr>
          <p:cNvPr id="39" name="TextBox 38"/>
          <p:cNvSpPr txBox="1"/>
          <p:nvPr/>
        </p:nvSpPr>
        <p:spPr>
          <a:xfrm>
            <a:off x="1858513" y="15453436"/>
            <a:ext cx="20810987" cy="7383538"/>
          </a:xfrm>
          <a:prstGeom prst="rect">
            <a:avLst/>
          </a:prstGeom>
          <a:noFill/>
        </p:spPr>
        <p:txBody>
          <a:bodyPr wrap="square" lIns="149331" tIns="74665" rIns="149331" bIns="74665" rtlCol="0" anchor="t">
            <a:spAutoFit/>
          </a:bodyPr>
          <a:lstStyle/>
          <a:p>
            <a:pPr algn="just"/>
            <a:r>
              <a:rPr lang="en-US" sz="2900" dirty="0">
                <a:latin typeface="Times New Roman"/>
                <a:ea typeface="+mn-lt"/>
                <a:cs typeface="+mn-lt"/>
              </a:rPr>
              <a:t>This study explore the impacts of stress and nicotine products on nutrition and chronic diseases among individuals aged 18–25, with a focus on college students. Smoking, vaping, and substance use has an increasing prevalence in young adults, correlating with mental, physical, and lifestyle factors. Stress is strongly linked to nicotine use, with young adults aged 18–25 being the main users. Reports from the National Institute on Drug Abuse (2020) illustrate a rise in vaping among college students and non-university individuals from 2017 to 2019, with higher rates observed in students (6% vs. 8% in 2017 to 22% vs. 18% in 2019). Additionally, different biomarkers indicating cardiovascular risks have been discovered in cigarette and e-cigarette users (NIH, 2022). Surveys by Truth Initiative (2021) reveal that 44% of young adults who vape report symptoms such as agitation and anxiety, while 40–90% experience a sense of authority when they stopped. The CDC (2024) emphasizes that smoking-related illnesses affect over 16 million Americans, with nicotine as a prominent contributor, posing further risks like low birth weight in pregnant college students (CDC, 2025; Regan et al., 2021). This study demonstrates the benefits that may come from supporting interventions that focus on reducing the use and effects of vaping. </a:t>
            </a:r>
            <a:endParaRPr lang="en-US" sz="2900" dirty="0">
              <a:latin typeface="Times New Roman"/>
              <a:ea typeface="+mn-lt"/>
              <a:cs typeface="Times New Roman"/>
            </a:endParaRPr>
          </a:p>
          <a:p>
            <a:pPr algn="just"/>
            <a:r>
              <a:rPr lang="en-US" sz="2900" dirty="0">
                <a:latin typeface="Times New Roman"/>
                <a:ea typeface="+mn-lt"/>
                <a:cs typeface="+mn-lt"/>
              </a:rPr>
              <a:t>The review begins with an introduction, followed by a methods section detailing the process of evaluating the effectiveness of identified articles. It synthesizes evidence arranged into methodological thematic categories and discusses proposed interventions to reduce harmful behaviors like vaping and nicotine use. The presentation aims to determine whether comprehensive intervention programs, such as institutional therapies with SMART goals, improve nutritional outcomes and reduce the risk of chronic diseases among college students aged 18–25 over one to three years.</a:t>
            </a:r>
            <a:endParaRPr lang="en-US" sz="2900" dirty="0">
              <a:latin typeface="Times New Roman"/>
              <a:cs typeface="Times New Roman"/>
            </a:endParaRPr>
          </a:p>
          <a:p>
            <a:pPr algn="just"/>
            <a:endParaRPr lang="en-US" sz="3500" dirty="0">
              <a:latin typeface="Times New Roman"/>
              <a:cs typeface="Times New Roman"/>
            </a:endParaRPr>
          </a:p>
        </p:txBody>
      </p:sp>
      <p:sp>
        <p:nvSpPr>
          <p:cNvPr id="23" name="Rectangle 22"/>
          <p:cNvSpPr/>
          <p:nvPr/>
        </p:nvSpPr>
        <p:spPr>
          <a:xfrm>
            <a:off x="1559105" y="27647900"/>
            <a:ext cx="21288195" cy="9690100"/>
          </a:xfrm>
          <a:prstGeom prst="rect">
            <a:avLst/>
          </a:prstGeom>
          <a:noFill/>
          <a:ln w="101600" cmpd="sng">
            <a:solidFill>
              <a:srgbClr val="263B86"/>
            </a:solidFill>
          </a:ln>
        </p:spPr>
        <p:style>
          <a:lnRef idx="2">
            <a:schemeClr val="accent1">
              <a:shade val="50000"/>
            </a:schemeClr>
          </a:lnRef>
          <a:fillRef idx="1">
            <a:schemeClr val="accent1"/>
          </a:fillRef>
          <a:effectRef idx="0">
            <a:schemeClr val="accent1"/>
          </a:effectRef>
          <a:fontRef idx="minor">
            <a:schemeClr val="lt1"/>
          </a:fontRef>
        </p:style>
        <p:txBody>
          <a:bodyPr lIns="106663" tIns="53333" rIns="106663" bIns="53333" rtlCol="0" anchor="ctr"/>
          <a:lstStyle/>
          <a:p>
            <a:pPr algn="ctr"/>
            <a:endParaRPr lang="en-US" dirty="0"/>
          </a:p>
        </p:txBody>
      </p:sp>
      <p:sp>
        <p:nvSpPr>
          <p:cNvPr id="41" name="TextBox 40"/>
          <p:cNvSpPr txBox="1"/>
          <p:nvPr/>
        </p:nvSpPr>
        <p:spPr>
          <a:xfrm>
            <a:off x="1955800" y="27825700"/>
            <a:ext cx="20713700" cy="1005396"/>
          </a:xfrm>
          <a:prstGeom prst="rect">
            <a:avLst/>
          </a:prstGeom>
          <a:noFill/>
          <a:ln>
            <a:noFill/>
          </a:ln>
        </p:spPr>
        <p:txBody>
          <a:bodyPr wrap="square" lIns="106663" tIns="53333" rIns="106663" bIns="53333" rtlCol="0" anchor="t">
            <a:spAutoFit/>
          </a:bodyPr>
          <a:lstStyle/>
          <a:p>
            <a:pPr algn="ctr"/>
            <a:r>
              <a:rPr lang="en-US" sz="5600" b="1" u="sng" dirty="0">
                <a:solidFill>
                  <a:schemeClr val="tx2"/>
                </a:solidFill>
                <a:latin typeface="Times New Roman"/>
                <a:cs typeface="Arial"/>
              </a:rPr>
              <a:t>DISCUSSION </a:t>
            </a:r>
          </a:p>
        </p:txBody>
      </p:sp>
      <p:sp>
        <p:nvSpPr>
          <p:cNvPr id="42" name="Rectangle 41"/>
          <p:cNvSpPr/>
          <p:nvPr/>
        </p:nvSpPr>
        <p:spPr>
          <a:xfrm>
            <a:off x="1511300" y="22758399"/>
            <a:ext cx="21336000" cy="4765873"/>
          </a:xfrm>
          <a:prstGeom prst="rect">
            <a:avLst/>
          </a:prstGeom>
          <a:noFill/>
          <a:ln w="10160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49331" tIns="74665" rIns="149331" bIns="74665" rtlCol="0" anchor="ctr"/>
          <a:lstStyle/>
          <a:p>
            <a:pPr algn="ctr"/>
            <a:endParaRPr lang="en-US" dirty="0"/>
          </a:p>
        </p:txBody>
      </p:sp>
      <p:sp>
        <p:nvSpPr>
          <p:cNvPr id="44" name="TextBox 43"/>
          <p:cNvSpPr txBox="1"/>
          <p:nvPr/>
        </p:nvSpPr>
        <p:spPr>
          <a:xfrm>
            <a:off x="4521202" y="22757901"/>
            <a:ext cx="15659098" cy="1043340"/>
          </a:xfrm>
          <a:prstGeom prst="rect">
            <a:avLst/>
          </a:prstGeom>
          <a:noFill/>
        </p:spPr>
        <p:txBody>
          <a:bodyPr wrap="square" lIns="149331" tIns="74665" rIns="149331" bIns="74665" rtlCol="0" anchor="t">
            <a:spAutoFit/>
          </a:bodyPr>
          <a:lstStyle/>
          <a:p>
            <a:pPr algn="ctr"/>
            <a:r>
              <a:rPr lang="en-US" sz="5600" b="1" u="sng" dirty="0">
                <a:solidFill>
                  <a:schemeClr val="tx2"/>
                </a:solidFill>
                <a:latin typeface="Times New Roman"/>
                <a:cs typeface="Arial"/>
              </a:rPr>
              <a:t>MATERIALS AND METHODS</a:t>
            </a:r>
          </a:p>
        </p:txBody>
      </p:sp>
      <p:sp>
        <p:nvSpPr>
          <p:cNvPr id="33" name="TextBox 32"/>
          <p:cNvSpPr txBox="1"/>
          <p:nvPr/>
        </p:nvSpPr>
        <p:spPr>
          <a:xfrm>
            <a:off x="23380700" y="6844801"/>
            <a:ext cx="26136600" cy="1043340"/>
          </a:xfrm>
          <a:prstGeom prst="rect">
            <a:avLst/>
          </a:prstGeom>
          <a:noFill/>
        </p:spPr>
        <p:txBody>
          <a:bodyPr wrap="square" lIns="149331" tIns="74665" rIns="149331" bIns="74665" rtlCol="0" anchor="t">
            <a:spAutoFit/>
          </a:bodyPr>
          <a:lstStyle/>
          <a:p>
            <a:pPr algn="ctr"/>
            <a:r>
              <a:rPr lang="en-US" sz="5600" b="1" u="sng" dirty="0">
                <a:solidFill>
                  <a:schemeClr val="tx2"/>
                </a:solidFill>
                <a:latin typeface="Times New Roman"/>
                <a:cs typeface="Arial"/>
              </a:rPr>
              <a:t>RESULTS</a:t>
            </a:r>
          </a:p>
        </p:txBody>
      </p:sp>
      <p:sp>
        <p:nvSpPr>
          <p:cNvPr id="36" name="Rectangle 35"/>
          <p:cNvSpPr/>
          <p:nvPr/>
        </p:nvSpPr>
        <p:spPr>
          <a:xfrm>
            <a:off x="29717118" y="45516800"/>
            <a:ext cx="25484571" cy="1503852"/>
          </a:xfrm>
          <a:prstGeom prst="rect">
            <a:avLst/>
          </a:prstGeom>
          <a:noFill/>
          <a:ln w="101600" cmpd="sng">
            <a:noFill/>
          </a:ln>
        </p:spPr>
        <p:style>
          <a:lnRef idx="2">
            <a:schemeClr val="accent1">
              <a:shade val="50000"/>
            </a:schemeClr>
          </a:lnRef>
          <a:fillRef idx="1">
            <a:schemeClr val="accent1"/>
          </a:fillRef>
          <a:effectRef idx="0">
            <a:schemeClr val="accent1"/>
          </a:effectRef>
          <a:fontRef idx="minor">
            <a:schemeClr val="lt1"/>
          </a:fontRef>
        </p:style>
        <p:txBody>
          <a:bodyPr lIns="106674" tIns="53337" rIns="106674" bIns="53337" rtlCol="0" anchor="ctr"/>
          <a:lstStyle/>
          <a:p>
            <a:pPr algn="ctr"/>
            <a:endParaRPr lang="en-US" dirty="0"/>
          </a:p>
        </p:txBody>
      </p:sp>
      <p:sp>
        <p:nvSpPr>
          <p:cNvPr id="30" name="TextBox 29"/>
          <p:cNvSpPr txBox="1"/>
          <p:nvPr/>
        </p:nvSpPr>
        <p:spPr>
          <a:xfrm>
            <a:off x="43432522" y="42405304"/>
            <a:ext cx="7089761" cy="377026"/>
          </a:xfrm>
          <a:prstGeom prst="rect">
            <a:avLst/>
          </a:prstGeom>
          <a:noFill/>
          <a:ln>
            <a:noFill/>
          </a:ln>
        </p:spPr>
        <p:txBody>
          <a:bodyPr wrap="square" lIns="106674" tIns="53337" rIns="106674" bIns="53337" rtlCol="0">
            <a:spAutoFit/>
          </a:bodyPr>
          <a:lstStyle/>
          <a:p>
            <a:endParaRPr lang="en-US" sz="1700" dirty="0">
              <a:latin typeface="Arial" pitchFamily="34" charset="0"/>
              <a:cs typeface="Arial" pitchFamily="34" charset="0"/>
            </a:endParaRPr>
          </a:p>
        </p:txBody>
      </p:sp>
      <p:sp>
        <p:nvSpPr>
          <p:cNvPr id="51" name="TextBox 50"/>
          <p:cNvSpPr txBox="1"/>
          <p:nvPr/>
        </p:nvSpPr>
        <p:spPr>
          <a:xfrm>
            <a:off x="812805" y="1570399"/>
            <a:ext cx="49593496" cy="4970577"/>
          </a:xfrm>
          <a:prstGeom prst="rect">
            <a:avLst/>
          </a:prstGeom>
          <a:noFill/>
        </p:spPr>
        <p:txBody>
          <a:bodyPr wrap="square" lIns="106663" tIns="53333" rIns="106663" bIns="53333" rtlCol="0" anchor="t">
            <a:spAutoFit/>
          </a:bodyPr>
          <a:lstStyle/>
          <a:p>
            <a:pPr algn="ctr"/>
            <a:r>
              <a:rPr lang="en-US" sz="8000" dirty="0">
                <a:latin typeface="Arial"/>
                <a:cs typeface="Arial"/>
              </a:rPr>
              <a:t>Effects of Stress and Nicotine on Nutrition and Chronic Diseases of individuals Ages 18- 25 Years</a:t>
            </a:r>
          </a:p>
          <a:p>
            <a:pPr algn="ctr"/>
            <a:endParaRPr lang="en-US" sz="8000" dirty="0">
              <a:latin typeface="Arial" panose="020B0604020202020204" pitchFamily="34" charset="0"/>
              <a:cs typeface="Arial" panose="020B0604020202020204" pitchFamily="34" charset="0"/>
            </a:endParaRPr>
          </a:p>
          <a:p>
            <a:pPr algn="ctr"/>
            <a:r>
              <a:rPr lang="en-US" sz="5000" b="0" i="0" dirty="0" err="1">
                <a:solidFill>
                  <a:srgbClr val="000000"/>
                </a:solidFill>
                <a:effectLst/>
                <a:latin typeface="Arial"/>
                <a:cs typeface="Arial"/>
              </a:rPr>
              <a:t>Damilare</a:t>
            </a:r>
            <a:r>
              <a:rPr lang="en-US" sz="5000" b="0" i="0" dirty="0">
                <a:solidFill>
                  <a:srgbClr val="000000"/>
                </a:solidFill>
                <a:effectLst/>
                <a:latin typeface="Arial"/>
                <a:cs typeface="Arial"/>
              </a:rPr>
              <a:t> Adekunle, Sumeja Atalov,</a:t>
            </a:r>
            <a:r>
              <a:rPr lang="en-US" sz="5000" dirty="0">
                <a:solidFill>
                  <a:srgbClr val="000000"/>
                </a:solidFill>
                <a:latin typeface="Arial"/>
                <a:cs typeface="Arial"/>
              </a:rPr>
              <a:t> Xue-Jin Chen, Hilsa </a:t>
            </a:r>
            <a:r>
              <a:rPr lang="en-US" sz="5000" dirty="0" err="1">
                <a:solidFill>
                  <a:srgbClr val="000000"/>
                </a:solidFill>
                <a:latin typeface="Arial"/>
                <a:cs typeface="Arial"/>
              </a:rPr>
              <a:t>Lizardo</a:t>
            </a:r>
            <a:r>
              <a:rPr lang="en-US" sz="5000" dirty="0">
                <a:solidFill>
                  <a:srgbClr val="000000"/>
                </a:solidFill>
                <a:latin typeface="Arial"/>
                <a:cs typeface="Arial"/>
              </a:rPr>
              <a:t>, </a:t>
            </a:r>
            <a:r>
              <a:rPr lang="en-US" sz="5000" b="0" i="0" dirty="0" err="1">
                <a:solidFill>
                  <a:srgbClr val="000000"/>
                </a:solidFill>
                <a:effectLst/>
                <a:latin typeface="Arial"/>
                <a:cs typeface="Arial"/>
              </a:rPr>
              <a:t>Joceline</a:t>
            </a:r>
            <a:r>
              <a:rPr lang="en-US" sz="5000" b="0" i="0" dirty="0">
                <a:solidFill>
                  <a:srgbClr val="000000"/>
                </a:solidFill>
                <a:effectLst/>
                <a:latin typeface="Arial"/>
                <a:cs typeface="Arial"/>
              </a:rPr>
              <a:t> Pardo-Rodriguez </a:t>
            </a:r>
            <a:endParaRPr lang="en-US" sz="5000" dirty="0">
              <a:latin typeface="Arial"/>
              <a:cs typeface="Arial"/>
            </a:endParaRPr>
          </a:p>
          <a:p>
            <a:pPr algn="ctr"/>
            <a:r>
              <a:rPr lang="en-US" sz="5000" dirty="0">
                <a:latin typeface="Arial"/>
                <a:cs typeface="Arial"/>
              </a:rPr>
              <a:t>School of Health Sciences , Georgia Gwinnett College, Lawrenceville, GA 30043</a:t>
            </a:r>
          </a:p>
          <a:p>
            <a:pPr algn="ctr"/>
            <a:endParaRPr lang="en-US" sz="5600" dirty="0">
              <a:latin typeface="Arial"/>
              <a:cs typeface="Arial"/>
            </a:endParaRPr>
          </a:p>
        </p:txBody>
      </p:sp>
      <p:pic>
        <p:nvPicPr>
          <p:cNvPr id="25" name="Picture 24"/>
          <p:cNvPicPr>
            <a:picLocks noChangeAspect="1"/>
          </p:cNvPicPr>
          <p:nvPr/>
        </p:nvPicPr>
        <p:blipFill>
          <a:blip r:embed="rId3"/>
          <a:stretch>
            <a:fillRect/>
          </a:stretch>
        </p:blipFill>
        <p:spPr>
          <a:xfrm>
            <a:off x="47472600" y="34314769"/>
            <a:ext cx="1955800" cy="3022600"/>
          </a:xfrm>
          <a:prstGeom prst="rect">
            <a:avLst/>
          </a:prstGeom>
        </p:spPr>
      </p:pic>
      <p:sp>
        <p:nvSpPr>
          <p:cNvPr id="49" name="Rectangle 48">
            <a:extLst>
              <a:ext uri="{FF2B5EF4-FFF2-40B4-BE49-F238E27FC236}">
                <a16:creationId xmlns:a16="http://schemas.microsoft.com/office/drawing/2014/main" id="{882EF3E8-18FF-4C5D-A34C-F7B0BDDE6C8F}"/>
              </a:ext>
            </a:extLst>
          </p:cNvPr>
          <p:cNvSpPr/>
          <p:nvPr/>
        </p:nvSpPr>
        <p:spPr>
          <a:xfrm>
            <a:off x="22901778" y="14329605"/>
            <a:ext cx="27161621" cy="23373440"/>
          </a:xfrm>
          <a:prstGeom prst="rect">
            <a:avLst/>
          </a:prstGeom>
          <a:noFill/>
          <a:ln w="101600" cmpd="sng">
            <a:solidFill>
              <a:srgbClr val="263B86"/>
            </a:solidFill>
          </a:ln>
        </p:spPr>
        <p:style>
          <a:lnRef idx="2">
            <a:schemeClr val="accent1">
              <a:shade val="50000"/>
            </a:schemeClr>
          </a:lnRef>
          <a:fillRef idx="1">
            <a:schemeClr val="accent1"/>
          </a:fillRef>
          <a:effectRef idx="0">
            <a:schemeClr val="accent1"/>
          </a:effectRef>
          <a:fontRef idx="minor">
            <a:schemeClr val="lt1"/>
          </a:fontRef>
        </p:style>
        <p:txBody>
          <a:bodyPr lIns="149331" tIns="74665" rIns="149331" bIns="74665" rtlCol="0" anchor="ctr"/>
          <a:lstStyle/>
          <a:p>
            <a:pPr algn="ctr"/>
            <a:endParaRPr lang="en-US" dirty="0"/>
          </a:p>
        </p:txBody>
      </p:sp>
      <p:sp>
        <p:nvSpPr>
          <p:cNvPr id="14" name="Rectangle 13">
            <a:extLst>
              <a:ext uri="{FF2B5EF4-FFF2-40B4-BE49-F238E27FC236}">
                <a16:creationId xmlns:a16="http://schemas.microsoft.com/office/drawing/2014/main" id="{E546E3D4-07ED-44FF-B8DB-3971D40E4A4E}"/>
              </a:ext>
            </a:extLst>
          </p:cNvPr>
          <p:cNvSpPr/>
          <p:nvPr/>
        </p:nvSpPr>
        <p:spPr>
          <a:xfrm>
            <a:off x="28864550" y="14293961"/>
            <a:ext cx="14388875" cy="1092607"/>
          </a:xfrm>
          <a:prstGeom prst="rect">
            <a:avLst/>
          </a:prstGeom>
        </p:spPr>
        <p:txBody>
          <a:bodyPr wrap="none" lIns="91440" tIns="45720" rIns="91440" bIns="45720" anchor="t">
            <a:spAutoFit/>
          </a:bodyPr>
          <a:lstStyle/>
          <a:p>
            <a:pPr algn="ctr"/>
            <a:r>
              <a:rPr lang="en-US" sz="6300" b="1" u="sng" dirty="0">
                <a:solidFill>
                  <a:schemeClr val="tx2"/>
                </a:solidFill>
                <a:latin typeface="Times New Roman"/>
                <a:cs typeface="Arial"/>
              </a:rPr>
              <a:t>EVIDENCE-BASED INTERVENTION</a:t>
            </a:r>
          </a:p>
        </p:txBody>
      </p:sp>
      <p:sp>
        <p:nvSpPr>
          <p:cNvPr id="2" name="TextBox 1">
            <a:extLst>
              <a:ext uri="{FF2B5EF4-FFF2-40B4-BE49-F238E27FC236}">
                <a16:creationId xmlns:a16="http://schemas.microsoft.com/office/drawing/2014/main" id="{14A2F08C-D8BF-066A-43AD-E6326DFDDFE7}"/>
              </a:ext>
            </a:extLst>
          </p:cNvPr>
          <p:cNvSpPr txBox="1"/>
          <p:nvPr/>
        </p:nvSpPr>
        <p:spPr>
          <a:xfrm>
            <a:off x="1616976" y="28842180"/>
            <a:ext cx="21052524" cy="8860865"/>
          </a:xfrm>
          <a:prstGeom prst="rect">
            <a:avLst/>
          </a:prstGeom>
          <a:noFill/>
        </p:spPr>
        <p:txBody>
          <a:bodyPr wrap="square" lIns="149331" tIns="74665" rIns="149331" bIns="74665" rtlCol="0" anchor="t">
            <a:spAutoFit/>
          </a:bodyPr>
          <a:lstStyle/>
          <a:p>
            <a:pPr algn="just"/>
            <a:r>
              <a:rPr lang="en-US" sz="2100" b="1" dirty="0">
                <a:latin typeface="Times New Roman"/>
                <a:ea typeface="+mn-lt"/>
                <a:cs typeface="+mn-lt"/>
              </a:rPr>
              <a:t>Psychosocial Factors and Substance Use</a:t>
            </a:r>
            <a:endParaRPr lang="en-US" sz="2100" b="1" dirty="0">
              <a:latin typeface="Times New Roman"/>
              <a:cs typeface="Times New Roman"/>
            </a:endParaRPr>
          </a:p>
          <a:p>
            <a:pPr algn="just"/>
            <a:r>
              <a:rPr lang="en-US" sz="2100" dirty="0">
                <a:latin typeface="Times New Roman"/>
                <a:ea typeface="+mn-lt"/>
                <a:cs typeface="+mn-lt"/>
              </a:rPr>
              <a:t>These are psychological and social elements that explain reasons for participating in detrimental actions such as smoking. </a:t>
            </a:r>
            <a:r>
              <a:rPr lang="en-US" sz="2100" dirty="0" err="1">
                <a:latin typeface="Times New Roman"/>
                <a:ea typeface="+mn-lt"/>
                <a:cs typeface="+mn-lt"/>
              </a:rPr>
              <a:t>Wattick</a:t>
            </a:r>
            <a:r>
              <a:rPr lang="en-US" sz="2100" dirty="0">
                <a:latin typeface="Times New Roman"/>
                <a:ea typeface="+mn-lt"/>
                <a:cs typeface="+mn-lt"/>
              </a:rPr>
              <a:t> et al. (2021) explored psychosocial factors associated with e-cigarette use among young adults at an Appalachian university, finding that stress reduction, taste, attempts to quit cigarettes, and peer influence were the main motivators. Equally, Stewart et al. (2023) examined risk factors for substance use across different life stages through longitudinal studies and large-scale surveys, identifying themes such as family dynamics, peer pressure, mental health, and life stressors. </a:t>
            </a:r>
            <a:endParaRPr lang="en-US" sz="2100" dirty="0">
              <a:latin typeface="Times New Roman"/>
              <a:cs typeface="Times New Roman"/>
            </a:endParaRPr>
          </a:p>
          <a:p>
            <a:pPr algn="just"/>
            <a:r>
              <a:rPr lang="en-US" sz="2100" b="1" dirty="0">
                <a:latin typeface="Times New Roman"/>
                <a:ea typeface="+mn-lt"/>
                <a:cs typeface="+mn-lt"/>
              </a:rPr>
              <a:t>Early-Onset Substance Use and Health Implications</a:t>
            </a:r>
            <a:endParaRPr lang="en-US" sz="2100" b="1" dirty="0">
              <a:latin typeface="Times New Roman"/>
              <a:cs typeface="Times New Roman"/>
            </a:endParaRPr>
          </a:p>
          <a:p>
            <a:pPr algn="just"/>
            <a:r>
              <a:rPr lang="en-US" sz="2100" dirty="0">
                <a:latin typeface="Times New Roman"/>
                <a:ea typeface="+mn-lt"/>
                <a:cs typeface="+mn-lt"/>
              </a:rPr>
              <a:t>In the context of early drug use and health repercussions, Wang et al. (2021) examined early substance use and health repercussions in 19,270 individuals with hypertension, using data from the National Survey on Drug Use and Health. Early onset of drug use was shown to increase the risk of chronic diseases and other conditions. </a:t>
            </a:r>
            <a:endParaRPr lang="en-US" sz="2100" dirty="0">
              <a:latin typeface="Times New Roman"/>
              <a:cs typeface="Times New Roman"/>
            </a:endParaRPr>
          </a:p>
          <a:p>
            <a:pPr algn="just"/>
            <a:r>
              <a:rPr lang="en-US" sz="2100" b="1" dirty="0">
                <a:latin typeface="Times New Roman"/>
                <a:ea typeface="+mn-lt"/>
                <a:cs typeface="+mn-lt"/>
              </a:rPr>
              <a:t>Substance Use and Behavioral Health</a:t>
            </a:r>
            <a:endParaRPr lang="en-US" sz="2100" b="1" dirty="0">
              <a:latin typeface="Times New Roman"/>
              <a:cs typeface="Times New Roman"/>
            </a:endParaRPr>
          </a:p>
          <a:p>
            <a:pPr algn="just"/>
            <a:r>
              <a:rPr lang="en-US" sz="2100" dirty="0">
                <a:latin typeface="Times New Roman"/>
                <a:ea typeface="+mn-lt"/>
                <a:cs typeface="+mn-lt"/>
              </a:rPr>
              <a:t>Fagan et al. (2021) found a link between sugar-sweetened and caffeinated beverage consumption and smoking/vaping behaviors in Canadian adolescents, while Jacobs et al. (2025) found significant associations between substance use, eating disorders, and OCD among college students, with cis-gendered female students at higher risk. </a:t>
            </a:r>
          </a:p>
          <a:p>
            <a:pPr algn="just"/>
            <a:r>
              <a:rPr lang="en-US" sz="2100" b="1" dirty="0">
                <a:latin typeface="Times New Roman"/>
                <a:ea typeface="+mn-lt"/>
                <a:cs typeface="+mn-lt"/>
              </a:rPr>
              <a:t>Tobacco Use and Mental Health</a:t>
            </a:r>
            <a:endParaRPr lang="en-US" sz="2100" b="1" dirty="0">
              <a:latin typeface="Times New Roman"/>
              <a:cs typeface="Times New Roman"/>
            </a:endParaRPr>
          </a:p>
          <a:p>
            <a:pPr algn="just"/>
            <a:r>
              <a:rPr lang="en-US" sz="2100" dirty="0">
                <a:latin typeface="Times New Roman"/>
                <a:ea typeface="+mn-lt"/>
                <a:cs typeface="+mn-lt"/>
              </a:rPr>
              <a:t>For mental health, Seo et al. (2024) analyzed several participants to examine the connection between mental health and heated tobacco product (HTP) use and found higher stress levels and mental health problems among tobacco users, especially HTP users. Consequently, </a:t>
            </a:r>
            <a:r>
              <a:rPr lang="en-US" sz="2100" dirty="0" err="1">
                <a:latin typeface="Times New Roman"/>
                <a:ea typeface="+mn-lt"/>
                <a:cs typeface="+mn-lt"/>
              </a:rPr>
              <a:t>Çeti̇nkaya</a:t>
            </a:r>
            <a:r>
              <a:rPr lang="en-US" sz="2100" dirty="0">
                <a:latin typeface="Times New Roman"/>
                <a:ea typeface="+mn-lt"/>
                <a:cs typeface="+mn-lt"/>
              </a:rPr>
              <a:t> et al. (2024) investigated nicotine addiction and perceived stress and found a small positive connection between nicotine addiction and perceived stress. Gender is also shown to have a greater effect on addiction, with higher nicotine addiction among male students. </a:t>
            </a:r>
          </a:p>
          <a:p>
            <a:pPr algn="just"/>
            <a:r>
              <a:rPr lang="en-US" sz="2100" b="1" dirty="0">
                <a:latin typeface="Times New Roman"/>
                <a:ea typeface="+mn-lt"/>
                <a:cs typeface="+mn-lt"/>
              </a:rPr>
              <a:t>Vaping and Health Behaviors</a:t>
            </a:r>
            <a:endParaRPr lang="en-US" sz="2100" b="1" dirty="0">
              <a:latin typeface="Times New Roman"/>
              <a:cs typeface="Times New Roman"/>
            </a:endParaRPr>
          </a:p>
          <a:p>
            <a:pPr algn="just"/>
            <a:r>
              <a:rPr lang="en-US" sz="2100" dirty="0">
                <a:latin typeface="Times New Roman"/>
                <a:ea typeface="+mn-lt"/>
                <a:cs typeface="+mn-lt"/>
              </a:rPr>
              <a:t>In assessing vaping and health behaviors due to its prevalent intake, </a:t>
            </a:r>
            <a:r>
              <a:rPr lang="en-US" sz="2100" dirty="0" err="1">
                <a:latin typeface="Times New Roman"/>
                <a:ea typeface="+mn-lt"/>
                <a:cs typeface="+mn-lt"/>
              </a:rPr>
              <a:t>Lorensia</a:t>
            </a:r>
            <a:r>
              <a:rPr lang="en-US" sz="2100" dirty="0">
                <a:latin typeface="Times New Roman"/>
                <a:ea typeface="+mn-lt"/>
                <a:cs typeface="+mn-lt"/>
              </a:rPr>
              <a:t> et al. (2021) found that student smokers had significantly lower lung function than non-smokers, though physical activity levels did not differ. In a parallel manner, Tawba et al. (2024) revealed greater psychological distress among e-cigarette users, suggesting a correlation between vaping and mental illness, and advocated for longitudinal studies and health education campaigns. </a:t>
            </a:r>
            <a:endParaRPr lang="en-US" sz="2100" dirty="0">
              <a:latin typeface="Times New Roman"/>
              <a:cs typeface="Times New Roman"/>
            </a:endParaRPr>
          </a:p>
          <a:p>
            <a:pPr algn="just"/>
            <a:r>
              <a:rPr lang="en-US" sz="2100" b="1" dirty="0">
                <a:latin typeface="Times New Roman"/>
                <a:ea typeface="+mn-lt"/>
                <a:cs typeface="+mn-lt"/>
              </a:rPr>
              <a:t>Impact of Tobacco on Chronic Diseases </a:t>
            </a:r>
            <a:endParaRPr lang="en-US" sz="2100" b="1" dirty="0">
              <a:latin typeface="Times New Roman"/>
              <a:cs typeface="Times New Roman"/>
            </a:endParaRPr>
          </a:p>
          <a:p>
            <a:pPr algn="just"/>
            <a:r>
              <a:rPr lang="en-US" sz="2100" dirty="0">
                <a:latin typeface="Times New Roman"/>
                <a:ea typeface="+mn-lt"/>
                <a:cs typeface="+mn-lt"/>
              </a:rPr>
              <a:t>Warren et al. (2006) assessed the impact of tobacco on young people's health, revealing high tobacco use and secondhand smoke exposure among students aged 13-15 years, with higher susceptibility found in never-smokers in the upcoming years. Schmitz et al. (2003) found that nicotine-dependent smokers reported poorer quality of life, greater disability, and higher rates of mental disorders. Moreover, Yang (2023) explained that tobacco smoking, and air pollution contribute to chronic diseases affecting both physical and mental health. Kechter et al. (2022) also explored young adults' perceptions of vaping, finding it linked to disordered eating behaviors and calling for public health responses. Consequently, </a:t>
            </a:r>
            <a:r>
              <a:rPr lang="en-US" sz="2100" dirty="0" err="1">
                <a:latin typeface="Times New Roman"/>
                <a:ea typeface="+mn-lt"/>
                <a:cs typeface="+mn-lt"/>
              </a:rPr>
              <a:t>Niebuur</a:t>
            </a:r>
            <a:r>
              <a:rPr lang="en-US" sz="2100" dirty="0">
                <a:latin typeface="Times New Roman"/>
                <a:ea typeface="+mn-lt"/>
                <a:cs typeface="+mn-lt"/>
              </a:rPr>
              <a:t> et al. (2023) found that multiple chronic diseases were associated with reduced physical activity and higher smoking rates. </a:t>
            </a:r>
            <a:endParaRPr lang="en-US" sz="2100" dirty="0">
              <a:latin typeface="Times New Roman"/>
              <a:cs typeface="Times New Roman"/>
            </a:endParaRPr>
          </a:p>
          <a:p>
            <a:pPr algn="just"/>
            <a:endParaRPr lang="en-US" sz="2000" dirty="0">
              <a:latin typeface="Times New Roman"/>
              <a:ea typeface="Calibri"/>
              <a:cs typeface="Calibri"/>
            </a:endParaRPr>
          </a:p>
        </p:txBody>
      </p:sp>
      <p:pic>
        <p:nvPicPr>
          <p:cNvPr id="1026" name="Picture 2">
            <a:extLst>
              <a:ext uri="{FF2B5EF4-FFF2-40B4-BE49-F238E27FC236}">
                <a16:creationId xmlns:a16="http://schemas.microsoft.com/office/drawing/2014/main" id="{56C0839D-8459-ECFF-12CB-CB3D5142DA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72652" y="19402108"/>
            <a:ext cx="12017980" cy="631791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unchecked">
            <a:extLst>
              <a:ext uri="{FF2B5EF4-FFF2-40B4-BE49-F238E27FC236}">
                <a16:creationId xmlns:a16="http://schemas.microsoft.com/office/drawing/2014/main" id="{ED735523-A813-FB8D-B7D3-D4F70BE5F73F}"/>
              </a:ext>
            </a:extLst>
          </p:cNvPr>
          <p:cNvPicPr>
            <a:picLocks noChangeAspect="1"/>
          </p:cNvPicPr>
          <p:nvPr/>
        </p:nvPicPr>
        <p:blipFill>
          <a:blip r:embed="rId5"/>
          <a:stretch>
            <a:fillRect/>
          </a:stretch>
        </p:blipFill>
        <p:spPr>
          <a:xfrm>
            <a:off x="142875" y="142875"/>
            <a:ext cx="180975" cy="180975"/>
          </a:xfrm>
          <a:prstGeom prst="rect">
            <a:avLst/>
          </a:prstGeom>
        </p:spPr>
      </p:pic>
      <p:pic>
        <p:nvPicPr>
          <p:cNvPr id="12" name="Picture 11" descr="unchecked">
            <a:extLst>
              <a:ext uri="{FF2B5EF4-FFF2-40B4-BE49-F238E27FC236}">
                <a16:creationId xmlns:a16="http://schemas.microsoft.com/office/drawing/2014/main" id="{DC469BB2-D0B3-8B1B-73AD-3CA510915EFD}"/>
              </a:ext>
            </a:extLst>
          </p:cNvPr>
          <p:cNvPicPr>
            <a:picLocks noChangeAspect="1"/>
          </p:cNvPicPr>
          <p:nvPr/>
        </p:nvPicPr>
        <p:blipFill>
          <a:blip r:embed="rId5"/>
          <a:stretch>
            <a:fillRect/>
          </a:stretch>
        </p:blipFill>
        <p:spPr>
          <a:xfrm>
            <a:off x="285750" y="285750"/>
            <a:ext cx="180975" cy="180975"/>
          </a:xfrm>
          <a:prstGeom prst="rect">
            <a:avLst/>
          </a:prstGeom>
        </p:spPr>
      </p:pic>
      <p:pic>
        <p:nvPicPr>
          <p:cNvPr id="13" name="Picture 12" descr="unchecked">
            <a:extLst>
              <a:ext uri="{FF2B5EF4-FFF2-40B4-BE49-F238E27FC236}">
                <a16:creationId xmlns:a16="http://schemas.microsoft.com/office/drawing/2014/main" id="{E6AF4B2C-FE6C-CDAD-F6B6-6B1EA470ACD8}"/>
              </a:ext>
            </a:extLst>
          </p:cNvPr>
          <p:cNvPicPr>
            <a:picLocks noChangeAspect="1"/>
          </p:cNvPicPr>
          <p:nvPr/>
        </p:nvPicPr>
        <p:blipFill>
          <a:blip r:embed="rId5"/>
          <a:stretch>
            <a:fillRect/>
          </a:stretch>
        </p:blipFill>
        <p:spPr>
          <a:xfrm>
            <a:off x="428625" y="428625"/>
            <a:ext cx="180975" cy="180975"/>
          </a:xfrm>
          <a:prstGeom prst="rect">
            <a:avLst/>
          </a:prstGeom>
        </p:spPr>
      </p:pic>
      <p:pic>
        <p:nvPicPr>
          <p:cNvPr id="15" name="Picture 14" descr="unchecked">
            <a:extLst>
              <a:ext uri="{FF2B5EF4-FFF2-40B4-BE49-F238E27FC236}">
                <a16:creationId xmlns:a16="http://schemas.microsoft.com/office/drawing/2014/main" id="{706198D2-DB1B-0EB5-9968-7DD84D268E56}"/>
              </a:ext>
            </a:extLst>
          </p:cNvPr>
          <p:cNvPicPr>
            <a:picLocks noChangeAspect="1"/>
          </p:cNvPicPr>
          <p:nvPr/>
        </p:nvPicPr>
        <p:blipFill>
          <a:blip r:embed="rId5"/>
          <a:stretch>
            <a:fillRect/>
          </a:stretch>
        </p:blipFill>
        <p:spPr>
          <a:xfrm>
            <a:off x="571500" y="571500"/>
            <a:ext cx="180975" cy="180975"/>
          </a:xfrm>
          <a:prstGeom prst="rect">
            <a:avLst/>
          </a:prstGeom>
        </p:spPr>
      </p:pic>
      <p:pic>
        <p:nvPicPr>
          <p:cNvPr id="16" name="Picture 15" descr="unchecked">
            <a:extLst>
              <a:ext uri="{FF2B5EF4-FFF2-40B4-BE49-F238E27FC236}">
                <a16:creationId xmlns:a16="http://schemas.microsoft.com/office/drawing/2014/main" id="{79BD57CA-B983-DFD5-A57F-6B2FC300C90B}"/>
              </a:ext>
            </a:extLst>
          </p:cNvPr>
          <p:cNvPicPr>
            <a:picLocks noChangeAspect="1"/>
          </p:cNvPicPr>
          <p:nvPr/>
        </p:nvPicPr>
        <p:blipFill>
          <a:blip r:embed="rId5"/>
          <a:stretch>
            <a:fillRect/>
          </a:stretch>
        </p:blipFill>
        <p:spPr>
          <a:xfrm>
            <a:off x="714375" y="714375"/>
            <a:ext cx="180975" cy="180975"/>
          </a:xfrm>
          <a:prstGeom prst="rect">
            <a:avLst/>
          </a:prstGeom>
        </p:spPr>
      </p:pic>
      <p:pic>
        <p:nvPicPr>
          <p:cNvPr id="17" name="Picture 16" descr="unchecked">
            <a:extLst>
              <a:ext uri="{FF2B5EF4-FFF2-40B4-BE49-F238E27FC236}">
                <a16:creationId xmlns:a16="http://schemas.microsoft.com/office/drawing/2014/main" id="{9AA938AD-A8E1-5DA7-2421-A574A3EE8D83}"/>
              </a:ext>
            </a:extLst>
          </p:cNvPr>
          <p:cNvPicPr>
            <a:picLocks noChangeAspect="1"/>
          </p:cNvPicPr>
          <p:nvPr/>
        </p:nvPicPr>
        <p:blipFill>
          <a:blip r:embed="rId5"/>
          <a:stretch>
            <a:fillRect/>
          </a:stretch>
        </p:blipFill>
        <p:spPr>
          <a:xfrm>
            <a:off x="857250" y="857250"/>
            <a:ext cx="180975" cy="180975"/>
          </a:xfrm>
          <a:prstGeom prst="rect">
            <a:avLst/>
          </a:prstGeom>
        </p:spPr>
      </p:pic>
      <p:pic>
        <p:nvPicPr>
          <p:cNvPr id="19" name="Picture 18" descr="unchecked">
            <a:extLst>
              <a:ext uri="{FF2B5EF4-FFF2-40B4-BE49-F238E27FC236}">
                <a16:creationId xmlns:a16="http://schemas.microsoft.com/office/drawing/2014/main" id="{2D648E1E-5185-FAF1-3B94-F61520EEB89C}"/>
              </a:ext>
            </a:extLst>
          </p:cNvPr>
          <p:cNvPicPr>
            <a:picLocks noChangeAspect="1"/>
          </p:cNvPicPr>
          <p:nvPr/>
        </p:nvPicPr>
        <p:blipFill>
          <a:blip r:embed="rId5"/>
          <a:stretch>
            <a:fillRect/>
          </a:stretch>
        </p:blipFill>
        <p:spPr>
          <a:xfrm>
            <a:off x="1000125" y="1000125"/>
            <a:ext cx="180975" cy="180975"/>
          </a:xfrm>
          <a:prstGeom prst="rect">
            <a:avLst/>
          </a:prstGeom>
        </p:spPr>
      </p:pic>
      <p:pic>
        <p:nvPicPr>
          <p:cNvPr id="20" name="Picture 19" descr="unchecked">
            <a:extLst>
              <a:ext uri="{FF2B5EF4-FFF2-40B4-BE49-F238E27FC236}">
                <a16:creationId xmlns:a16="http://schemas.microsoft.com/office/drawing/2014/main" id="{563F6F29-8C15-FAE8-166C-EAB388CFEEC4}"/>
              </a:ext>
            </a:extLst>
          </p:cNvPr>
          <p:cNvPicPr>
            <a:picLocks noChangeAspect="1"/>
          </p:cNvPicPr>
          <p:nvPr/>
        </p:nvPicPr>
        <p:blipFill>
          <a:blip r:embed="rId5"/>
          <a:stretch>
            <a:fillRect/>
          </a:stretch>
        </p:blipFill>
        <p:spPr>
          <a:xfrm>
            <a:off x="1143000" y="1143000"/>
            <a:ext cx="180975" cy="180975"/>
          </a:xfrm>
          <a:prstGeom prst="rect">
            <a:avLst/>
          </a:prstGeom>
        </p:spPr>
      </p:pic>
      <p:pic>
        <p:nvPicPr>
          <p:cNvPr id="22" name="Picture 21" descr="unchecked">
            <a:extLst>
              <a:ext uri="{FF2B5EF4-FFF2-40B4-BE49-F238E27FC236}">
                <a16:creationId xmlns:a16="http://schemas.microsoft.com/office/drawing/2014/main" id="{E50A8DF7-0C68-7F4C-4457-899E12274546}"/>
              </a:ext>
            </a:extLst>
          </p:cNvPr>
          <p:cNvPicPr>
            <a:picLocks noChangeAspect="1"/>
          </p:cNvPicPr>
          <p:nvPr/>
        </p:nvPicPr>
        <p:blipFill>
          <a:blip r:embed="rId5"/>
          <a:stretch>
            <a:fillRect/>
          </a:stretch>
        </p:blipFill>
        <p:spPr>
          <a:xfrm>
            <a:off x="1285875" y="1285875"/>
            <a:ext cx="180975" cy="180975"/>
          </a:xfrm>
          <a:prstGeom prst="rect">
            <a:avLst/>
          </a:prstGeom>
        </p:spPr>
      </p:pic>
      <p:pic>
        <p:nvPicPr>
          <p:cNvPr id="26" name="Picture 25" descr="unchecked">
            <a:extLst>
              <a:ext uri="{FF2B5EF4-FFF2-40B4-BE49-F238E27FC236}">
                <a16:creationId xmlns:a16="http://schemas.microsoft.com/office/drawing/2014/main" id="{0550630F-5844-8282-4D75-6E34AD62EC71}"/>
              </a:ext>
            </a:extLst>
          </p:cNvPr>
          <p:cNvPicPr>
            <a:picLocks noChangeAspect="1"/>
          </p:cNvPicPr>
          <p:nvPr/>
        </p:nvPicPr>
        <p:blipFill>
          <a:blip r:embed="rId5"/>
          <a:stretch>
            <a:fillRect/>
          </a:stretch>
        </p:blipFill>
        <p:spPr>
          <a:xfrm>
            <a:off x="1428750" y="1428750"/>
            <a:ext cx="180975" cy="180975"/>
          </a:xfrm>
          <a:prstGeom prst="rect">
            <a:avLst/>
          </a:prstGeom>
        </p:spPr>
      </p:pic>
      <p:pic>
        <p:nvPicPr>
          <p:cNvPr id="27" name="Picture 26" descr="unchecked">
            <a:extLst>
              <a:ext uri="{FF2B5EF4-FFF2-40B4-BE49-F238E27FC236}">
                <a16:creationId xmlns:a16="http://schemas.microsoft.com/office/drawing/2014/main" id="{101036B8-B38B-5A56-EB9F-7FA747F079BB}"/>
              </a:ext>
            </a:extLst>
          </p:cNvPr>
          <p:cNvPicPr>
            <a:picLocks noChangeAspect="1"/>
          </p:cNvPicPr>
          <p:nvPr/>
        </p:nvPicPr>
        <p:blipFill>
          <a:blip r:embed="rId5"/>
          <a:stretch>
            <a:fillRect/>
          </a:stretch>
        </p:blipFill>
        <p:spPr>
          <a:xfrm>
            <a:off x="1571625" y="1571625"/>
            <a:ext cx="180975" cy="180975"/>
          </a:xfrm>
          <a:prstGeom prst="rect">
            <a:avLst/>
          </a:prstGeom>
        </p:spPr>
      </p:pic>
      <p:pic>
        <p:nvPicPr>
          <p:cNvPr id="28" name="Picture 27" descr="unchecked">
            <a:extLst>
              <a:ext uri="{FF2B5EF4-FFF2-40B4-BE49-F238E27FC236}">
                <a16:creationId xmlns:a16="http://schemas.microsoft.com/office/drawing/2014/main" id="{AE0269C9-00B4-6E2F-8703-2F6E104EA1AD}"/>
              </a:ext>
            </a:extLst>
          </p:cNvPr>
          <p:cNvPicPr>
            <a:picLocks noChangeAspect="1"/>
          </p:cNvPicPr>
          <p:nvPr/>
        </p:nvPicPr>
        <p:blipFill>
          <a:blip r:embed="rId5"/>
          <a:stretch>
            <a:fillRect/>
          </a:stretch>
        </p:blipFill>
        <p:spPr>
          <a:xfrm>
            <a:off x="1714500" y="1714500"/>
            <a:ext cx="180975" cy="180975"/>
          </a:xfrm>
          <a:prstGeom prst="rect">
            <a:avLst/>
          </a:prstGeom>
        </p:spPr>
      </p:pic>
      <p:pic>
        <p:nvPicPr>
          <p:cNvPr id="29" name="Picture 28" descr="unchecked">
            <a:extLst>
              <a:ext uri="{FF2B5EF4-FFF2-40B4-BE49-F238E27FC236}">
                <a16:creationId xmlns:a16="http://schemas.microsoft.com/office/drawing/2014/main" id="{050855FB-7E34-3FD4-DB11-AE8EA24A012E}"/>
              </a:ext>
            </a:extLst>
          </p:cNvPr>
          <p:cNvPicPr>
            <a:picLocks noChangeAspect="1"/>
          </p:cNvPicPr>
          <p:nvPr/>
        </p:nvPicPr>
        <p:blipFill>
          <a:blip r:embed="rId5"/>
          <a:stretch>
            <a:fillRect/>
          </a:stretch>
        </p:blipFill>
        <p:spPr>
          <a:xfrm>
            <a:off x="1857375" y="1857375"/>
            <a:ext cx="180975" cy="180975"/>
          </a:xfrm>
          <a:prstGeom prst="rect">
            <a:avLst/>
          </a:prstGeom>
        </p:spPr>
      </p:pic>
      <p:pic>
        <p:nvPicPr>
          <p:cNvPr id="31" name="Picture 30" descr="unchecked">
            <a:extLst>
              <a:ext uri="{FF2B5EF4-FFF2-40B4-BE49-F238E27FC236}">
                <a16:creationId xmlns:a16="http://schemas.microsoft.com/office/drawing/2014/main" id="{DDCCE6F8-9BD2-B966-2B37-329D16004F3A}"/>
              </a:ext>
            </a:extLst>
          </p:cNvPr>
          <p:cNvPicPr>
            <a:picLocks noChangeAspect="1"/>
          </p:cNvPicPr>
          <p:nvPr/>
        </p:nvPicPr>
        <p:blipFill>
          <a:blip r:embed="rId5"/>
          <a:stretch>
            <a:fillRect/>
          </a:stretch>
        </p:blipFill>
        <p:spPr>
          <a:xfrm>
            <a:off x="2000250" y="2000250"/>
            <a:ext cx="180975" cy="180975"/>
          </a:xfrm>
          <a:prstGeom prst="rect">
            <a:avLst/>
          </a:prstGeom>
        </p:spPr>
      </p:pic>
      <p:pic>
        <p:nvPicPr>
          <p:cNvPr id="32" name="Picture 31" descr="unchecked">
            <a:extLst>
              <a:ext uri="{FF2B5EF4-FFF2-40B4-BE49-F238E27FC236}">
                <a16:creationId xmlns:a16="http://schemas.microsoft.com/office/drawing/2014/main" id="{6FC71382-DF5C-3A3B-E2F4-F56E070EC54F}"/>
              </a:ext>
            </a:extLst>
          </p:cNvPr>
          <p:cNvPicPr>
            <a:picLocks noChangeAspect="1"/>
          </p:cNvPicPr>
          <p:nvPr/>
        </p:nvPicPr>
        <p:blipFill>
          <a:blip r:embed="rId5"/>
          <a:stretch>
            <a:fillRect/>
          </a:stretch>
        </p:blipFill>
        <p:spPr>
          <a:xfrm>
            <a:off x="2143125" y="2143125"/>
            <a:ext cx="180975" cy="180975"/>
          </a:xfrm>
          <a:prstGeom prst="rect">
            <a:avLst/>
          </a:prstGeom>
        </p:spPr>
      </p:pic>
      <p:pic>
        <p:nvPicPr>
          <p:cNvPr id="43" name="Picture 42" descr="unchecked">
            <a:extLst>
              <a:ext uri="{FF2B5EF4-FFF2-40B4-BE49-F238E27FC236}">
                <a16:creationId xmlns:a16="http://schemas.microsoft.com/office/drawing/2014/main" id="{1E7613DA-1758-55C9-E8CE-359887321CCC}"/>
              </a:ext>
            </a:extLst>
          </p:cNvPr>
          <p:cNvPicPr>
            <a:picLocks noChangeAspect="1"/>
          </p:cNvPicPr>
          <p:nvPr/>
        </p:nvPicPr>
        <p:blipFill>
          <a:blip r:embed="rId5"/>
          <a:stretch>
            <a:fillRect/>
          </a:stretch>
        </p:blipFill>
        <p:spPr>
          <a:xfrm>
            <a:off x="142875" y="142875"/>
            <a:ext cx="180975" cy="180975"/>
          </a:xfrm>
          <a:prstGeom prst="rect">
            <a:avLst/>
          </a:prstGeom>
        </p:spPr>
      </p:pic>
      <p:pic>
        <p:nvPicPr>
          <p:cNvPr id="45" name="Picture 44" descr="unchecked">
            <a:extLst>
              <a:ext uri="{FF2B5EF4-FFF2-40B4-BE49-F238E27FC236}">
                <a16:creationId xmlns:a16="http://schemas.microsoft.com/office/drawing/2014/main" id="{8DF36C99-55C8-7653-3FD5-3DF5426387FC}"/>
              </a:ext>
            </a:extLst>
          </p:cNvPr>
          <p:cNvPicPr>
            <a:picLocks noChangeAspect="1"/>
          </p:cNvPicPr>
          <p:nvPr/>
        </p:nvPicPr>
        <p:blipFill>
          <a:blip r:embed="rId5"/>
          <a:stretch>
            <a:fillRect/>
          </a:stretch>
        </p:blipFill>
        <p:spPr>
          <a:xfrm>
            <a:off x="285750" y="285750"/>
            <a:ext cx="180975" cy="180975"/>
          </a:xfrm>
          <a:prstGeom prst="rect">
            <a:avLst/>
          </a:prstGeom>
        </p:spPr>
      </p:pic>
      <p:pic>
        <p:nvPicPr>
          <p:cNvPr id="46" name="Picture 45" descr="unchecked">
            <a:extLst>
              <a:ext uri="{FF2B5EF4-FFF2-40B4-BE49-F238E27FC236}">
                <a16:creationId xmlns:a16="http://schemas.microsoft.com/office/drawing/2014/main" id="{58AD80CD-3E64-8935-2A5D-C022FC222E33}"/>
              </a:ext>
            </a:extLst>
          </p:cNvPr>
          <p:cNvPicPr>
            <a:picLocks noChangeAspect="1"/>
          </p:cNvPicPr>
          <p:nvPr/>
        </p:nvPicPr>
        <p:blipFill>
          <a:blip r:embed="rId5"/>
          <a:stretch>
            <a:fillRect/>
          </a:stretch>
        </p:blipFill>
        <p:spPr>
          <a:xfrm>
            <a:off x="428625" y="428625"/>
            <a:ext cx="180975" cy="180975"/>
          </a:xfrm>
          <a:prstGeom prst="rect">
            <a:avLst/>
          </a:prstGeom>
        </p:spPr>
      </p:pic>
      <p:pic>
        <p:nvPicPr>
          <p:cNvPr id="47" name="Picture 46" descr="unchecked">
            <a:extLst>
              <a:ext uri="{FF2B5EF4-FFF2-40B4-BE49-F238E27FC236}">
                <a16:creationId xmlns:a16="http://schemas.microsoft.com/office/drawing/2014/main" id="{20BAF1FF-2DD9-1ACC-76DB-84445149F7D6}"/>
              </a:ext>
            </a:extLst>
          </p:cNvPr>
          <p:cNvPicPr>
            <a:picLocks noChangeAspect="1"/>
          </p:cNvPicPr>
          <p:nvPr/>
        </p:nvPicPr>
        <p:blipFill>
          <a:blip r:embed="rId5"/>
          <a:stretch>
            <a:fillRect/>
          </a:stretch>
        </p:blipFill>
        <p:spPr>
          <a:xfrm>
            <a:off x="571500" y="571500"/>
            <a:ext cx="180975" cy="180975"/>
          </a:xfrm>
          <a:prstGeom prst="rect">
            <a:avLst/>
          </a:prstGeom>
        </p:spPr>
      </p:pic>
      <p:pic>
        <p:nvPicPr>
          <p:cNvPr id="48" name="Picture 47" descr="unchecked">
            <a:extLst>
              <a:ext uri="{FF2B5EF4-FFF2-40B4-BE49-F238E27FC236}">
                <a16:creationId xmlns:a16="http://schemas.microsoft.com/office/drawing/2014/main" id="{32CF40E4-083E-A31A-BB67-53773C0A79BE}"/>
              </a:ext>
            </a:extLst>
          </p:cNvPr>
          <p:cNvPicPr>
            <a:picLocks noChangeAspect="1"/>
          </p:cNvPicPr>
          <p:nvPr/>
        </p:nvPicPr>
        <p:blipFill>
          <a:blip r:embed="rId5"/>
          <a:stretch>
            <a:fillRect/>
          </a:stretch>
        </p:blipFill>
        <p:spPr>
          <a:xfrm>
            <a:off x="714375" y="714375"/>
            <a:ext cx="180975" cy="180975"/>
          </a:xfrm>
          <a:prstGeom prst="rect">
            <a:avLst/>
          </a:prstGeom>
        </p:spPr>
      </p:pic>
      <p:pic>
        <p:nvPicPr>
          <p:cNvPr id="50" name="Picture 49" descr="unchecked">
            <a:extLst>
              <a:ext uri="{FF2B5EF4-FFF2-40B4-BE49-F238E27FC236}">
                <a16:creationId xmlns:a16="http://schemas.microsoft.com/office/drawing/2014/main" id="{7425CE40-A62F-2217-026C-EFE48E33C529}"/>
              </a:ext>
            </a:extLst>
          </p:cNvPr>
          <p:cNvPicPr>
            <a:picLocks noChangeAspect="1"/>
          </p:cNvPicPr>
          <p:nvPr/>
        </p:nvPicPr>
        <p:blipFill>
          <a:blip r:embed="rId5"/>
          <a:stretch>
            <a:fillRect/>
          </a:stretch>
        </p:blipFill>
        <p:spPr>
          <a:xfrm>
            <a:off x="857250" y="857250"/>
            <a:ext cx="180975" cy="180975"/>
          </a:xfrm>
          <a:prstGeom prst="rect">
            <a:avLst/>
          </a:prstGeom>
        </p:spPr>
      </p:pic>
      <p:pic>
        <p:nvPicPr>
          <p:cNvPr id="52" name="Picture 51" descr="unchecked">
            <a:extLst>
              <a:ext uri="{FF2B5EF4-FFF2-40B4-BE49-F238E27FC236}">
                <a16:creationId xmlns:a16="http://schemas.microsoft.com/office/drawing/2014/main" id="{58D70EF7-D4B1-32E5-5B85-F96CF7501914}"/>
              </a:ext>
            </a:extLst>
          </p:cNvPr>
          <p:cNvPicPr>
            <a:picLocks noChangeAspect="1"/>
          </p:cNvPicPr>
          <p:nvPr/>
        </p:nvPicPr>
        <p:blipFill>
          <a:blip r:embed="rId5"/>
          <a:stretch>
            <a:fillRect/>
          </a:stretch>
        </p:blipFill>
        <p:spPr>
          <a:xfrm>
            <a:off x="1000125" y="1000125"/>
            <a:ext cx="180975" cy="180975"/>
          </a:xfrm>
          <a:prstGeom prst="rect">
            <a:avLst/>
          </a:prstGeom>
        </p:spPr>
      </p:pic>
      <p:pic>
        <p:nvPicPr>
          <p:cNvPr id="53" name="Picture 52" descr="unchecked">
            <a:extLst>
              <a:ext uri="{FF2B5EF4-FFF2-40B4-BE49-F238E27FC236}">
                <a16:creationId xmlns:a16="http://schemas.microsoft.com/office/drawing/2014/main" id="{804D3EC0-A06C-FD3C-FB82-DC1E9D942C40}"/>
              </a:ext>
            </a:extLst>
          </p:cNvPr>
          <p:cNvPicPr>
            <a:picLocks noChangeAspect="1"/>
          </p:cNvPicPr>
          <p:nvPr/>
        </p:nvPicPr>
        <p:blipFill>
          <a:blip r:embed="rId5"/>
          <a:stretch>
            <a:fillRect/>
          </a:stretch>
        </p:blipFill>
        <p:spPr>
          <a:xfrm>
            <a:off x="1143000" y="1143000"/>
            <a:ext cx="180975" cy="180975"/>
          </a:xfrm>
          <a:prstGeom prst="rect">
            <a:avLst/>
          </a:prstGeom>
        </p:spPr>
      </p:pic>
      <p:pic>
        <p:nvPicPr>
          <p:cNvPr id="54" name="Picture 53" descr="unchecked">
            <a:extLst>
              <a:ext uri="{FF2B5EF4-FFF2-40B4-BE49-F238E27FC236}">
                <a16:creationId xmlns:a16="http://schemas.microsoft.com/office/drawing/2014/main" id="{0C6E3959-016F-835E-352F-147426F41168}"/>
              </a:ext>
            </a:extLst>
          </p:cNvPr>
          <p:cNvPicPr>
            <a:picLocks noChangeAspect="1"/>
          </p:cNvPicPr>
          <p:nvPr/>
        </p:nvPicPr>
        <p:blipFill>
          <a:blip r:embed="rId5"/>
          <a:stretch>
            <a:fillRect/>
          </a:stretch>
        </p:blipFill>
        <p:spPr>
          <a:xfrm>
            <a:off x="1285875" y="1285875"/>
            <a:ext cx="180975" cy="180975"/>
          </a:xfrm>
          <a:prstGeom prst="rect">
            <a:avLst/>
          </a:prstGeom>
        </p:spPr>
      </p:pic>
      <p:pic>
        <p:nvPicPr>
          <p:cNvPr id="55" name="Picture 54" descr="unchecked">
            <a:extLst>
              <a:ext uri="{FF2B5EF4-FFF2-40B4-BE49-F238E27FC236}">
                <a16:creationId xmlns:a16="http://schemas.microsoft.com/office/drawing/2014/main" id="{21C2390C-F58E-1106-6949-FA5411B2C5FB}"/>
              </a:ext>
            </a:extLst>
          </p:cNvPr>
          <p:cNvPicPr>
            <a:picLocks noChangeAspect="1"/>
          </p:cNvPicPr>
          <p:nvPr/>
        </p:nvPicPr>
        <p:blipFill>
          <a:blip r:embed="rId5"/>
          <a:stretch>
            <a:fillRect/>
          </a:stretch>
        </p:blipFill>
        <p:spPr>
          <a:xfrm>
            <a:off x="1428750" y="1428750"/>
            <a:ext cx="180975" cy="180975"/>
          </a:xfrm>
          <a:prstGeom prst="rect">
            <a:avLst/>
          </a:prstGeom>
        </p:spPr>
      </p:pic>
      <p:sp>
        <p:nvSpPr>
          <p:cNvPr id="34" name="TextBox 33">
            <a:extLst>
              <a:ext uri="{FF2B5EF4-FFF2-40B4-BE49-F238E27FC236}">
                <a16:creationId xmlns:a16="http://schemas.microsoft.com/office/drawing/2014/main" id="{7ABD6B9D-22CD-86D3-5C67-86A22AE37320}"/>
              </a:ext>
            </a:extLst>
          </p:cNvPr>
          <p:cNvSpPr txBox="1"/>
          <p:nvPr/>
        </p:nvSpPr>
        <p:spPr>
          <a:xfrm>
            <a:off x="1752600" y="24051276"/>
            <a:ext cx="20777200" cy="2769989"/>
          </a:xfrm>
          <a:prstGeom prst="rect">
            <a:avLst/>
          </a:prstGeom>
          <a:noFill/>
        </p:spPr>
        <p:txBody>
          <a:bodyPr wrap="square" rtlCol="0">
            <a:spAutoFit/>
          </a:bodyPr>
          <a:lstStyle/>
          <a:p>
            <a:pPr marL="457200" indent="-457200">
              <a:buFont typeface="Arial" panose="020B0604020202020204" pitchFamily="34" charset="0"/>
              <a:buChar char="•"/>
            </a:pPr>
            <a:r>
              <a:rPr lang="en-US" sz="2900" b="0" i="0" u="none" strike="noStrike" dirty="0">
                <a:solidFill>
                  <a:srgbClr val="000000"/>
                </a:solidFill>
                <a:effectLst/>
                <a:latin typeface="Times New Roman" panose="02020603050405020304" pitchFamily="18" charset="0"/>
              </a:rPr>
              <a:t>These databases included MEDLINE Complete, CINAHL Complete, Public Health Database (ProQuest), ScienceDirect, and GALILEO. Some of these databases require institution logins, such as EBSCO login.</a:t>
            </a:r>
          </a:p>
          <a:p>
            <a:pPr marL="457200" indent="-457200">
              <a:buFont typeface="Arial" panose="020B0604020202020204" pitchFamily="34" charset="0"/>
              <a:buChar char="•"/>
            </a:pPr>
            <a:r>
              <a:rPr lang="en-US" sz="2900" dirty="0">
                <a:solidFill>
                  <a:srgbClr val="000000"/>
                </a:solidFill>
                <a:latin typeface="Times New Roman" panose="02020603050405020304" pitchFamily="18" charset="0"/>
              </a:rPr>
              <a:t>The articles we got from just researching the title of our topic was about 8,535. When we added the filters to the articles, for instance key words and specifying we wanted the articles in English, we got a total of 4,232. </a:t>
            </a:r>
          </a:p>
          <a:p>
            <a:pPr marL="457200" indent="-457200">
              <a:buFont typeface="Arial" panose="020B0604020202020204" pitchFamily="34" charset="0"/>
              <a:buChar char="•"/>
            </a:pPr>
            <a:r>
              <a:rPr lang="en-US" sz="2900" dirty="0">
                <a:solidFill>
                  <a:srgbClr val="000000"/>
                </a:solidFill>
                <a:latin typeface="Times New Roman" panose="02020603050405020304" pitchFamily="18" charset="0"/>
              </a:rPr>
              <a:t>We screened the articles and had about 35 that were eligible for our study and chose to go with 18 articles that are currently included in the review. </a:t>
            </a:r>
            <a:endParaRPr lang="en-US" sz="2900" dirty="0"/>
          </a:p>
        </p:txBody>
      </p:sp>
      <p:pic>
        <p:nvPicPr>
          <p:cNvPr id="38" name="Picture 37" descr="A screenshot of a questionnaire&#10;&#10;Description automatically generated">
            <a:extLst>
              <a:ext uri="{FF2B5EF4-FFF2-40B4-BE49-F238E27FC236}">
                <a16:creationId xmlns:a16="http://schemas.microsoft.com/office/drawing/2014/main" id="{E3FAC604-D85C-7A5C-93FA-2F937871B0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778759" y="26127273"/>
            <a:ext cx="7943045" cy="11412978"/>
          </a:xfrm>
          <a:prstGeom prst="rect">
            <a:avLst/>
          </a:prstGeom>
        </p:spPr>
      </p:pic>
      <p:pic>
        <p:nvPicPr>
          <p:cNvPr id="56" name="Picture 55" descr="A close-up of a questionnaire&#10;&#10;Description automatically generated">
            <a:extLst>
              <a:ext uri="{FF2B5EF4-FFF2-40B4-BE49-F238E27FC236}">
                <a16:creationId xmlns:a16="http://schemas.microsoft.com/office/drawing/2014/main" id="{02963928-6482-6581-67D9-2124771ABC5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090632" y="26127273"/>
            <a:ext cx="8121482" cy="11527677"/>
          </a:xfrm>
          <a:prstGeom prst="rect">
            <a:avLst/>
          </a:prstGeom>
        </p:spPr>
      </p:pic>
      <p:sp>
        <p:nvSpPr>
          <p:cNvPr id="57" name="TextBox 56">
            <a:extLst>
              <a:ext uri="{FF2B5EF4-FFF2-40B4-BE49-F238E27FC236}">
                <a16:creationId xmlns:a16="http://schemas.microsoft.com/office/drawing/2014/main" id="{008072D9-8569-D9E6-7170-C0E193F011D7}"/>
              </a:ext>
            </a:extLst>
          </p:cNvPr>
          <p:cNvSpPr txBox="1"/>
          <p:nvPr/>
        </p:nvSpPr>
        <p:spPr>
          <a:xfrm>
            <a:off x="22993180" y="8162959"/>
            <a:ext cx="26701920" cy="8032968"/>
          </a:xfrm>
          <a:prstGeom prst="rect">
            <a:avLst/>
          </a:prstGeom>
          <a:noFill/>
        </p:spPr>
        <p:txBody>
          <a:bodyPr wrap="square" rtlCol="0">
            <a:spAutoFit/>
          </a:bodyPr>
          <a:lstStyle/>
          <a:p>
            <a:pPr marL="457200" indent="-457200">
              <a:buFont typeface="Arial" panose="020B0604020202020204" pitchFamily="34" charset="0"/>
              <a:buChar char="•"/>
            </a:pPr>
            <a:r>
              <a:rPr lang="en-US" sz="3300" dirty="0">
                <a:solidFill>
                  <a:srgbClr val="000000"/>
                </a:solidFill>
                <a:latin typeface="Times New Roman" panose="02020603050405020304" pitchFamily="18" charset="0"/>
              </a:rPr>
              <a:t>Assessing the reduction in nicotine use by using the post surveys to measure the success rate is crucial to collect results of the intervention. Evaluating changes in the students’ behavior and attitudes, determining effectiveness of the peer groups and educational materials as well as analyzing the engagement with resources and reports is needed at the end of the intervention.</a:t>
            </a:r>
          </a:p>
          <a:p>
            <a:pPr marL="457200" indent="-457200">
              <a:buFont typeface="Arial" panose="020B0604020202020204" pitchFamily="34" charset="0"/>
              <a:buChar char="•"/>
            </a:pPr>
            <a:r>
              <a:rPr lang="en-US" sz="3300" dirty="0">
                <a:solidFill>
                  <a:srgbClr val="000000"/>
                </a:solidFill>
                <a:latin typeface="Times New Roman" panose="02020603050405020304" pitchFamily="18" charset="0"/>
              </a:rPr>
              <a:t>Research shows that consuming nicotine can negatively impact nutrition such as suppressing appetite and leading to nutrient deficiencies. These nutrient deficiencies then cause individuals to have increasing cravings of unhealthy and high fat foods.</a:t>
            </a:r>
          </a:p>
          <a:p>
            <a:pPr marL="457200" indent="-457200">
              <a:buFont typeface="Arial" panose="020B0604020202020204" pitchFamily="34" charset="0"/>
              <a:buChar char="•"/>
            </a:pPr>
            <a:r>
              <a:rPr lang="en-US" sz="3300" dirty="0">
                <a:solidFill>
                  <a:srgbClr val="000000"/>
                </a:solidFill>
                <a:latin typeface="Times New Roman" panose="02020603050405020304" pitchFamily="18" charset="0"/>
              </a:rPr>
              <a:t>Chronic illnesses are also a major effect of nicotine usage, these include cardiovascular damage, respiratory problems, as well negatively impacting brain development. This is especially important when focusing on young adults who are in college because negatively impacting brain development as this age could also affect productivity throughout their life. </a:t>
            </a:r>
          </a:p>
          <a:p>
            <a:pPr marL="457200" indent="-457200">
              <a:buFont typeface="Arial" panose="020B0604020202020204" pitchFamily="34" charset="0"/>
              <a:buChar char="•"/>
            </a:pPr>
            <a:r>
              <a:rPr lang="en-US" sz="3300" dirty="0">
                <a:solidFill>
                  <a:srgbClr val="000000"/>
                </a:solidFill>
                <a:latin typeface="Times New Roman" panose="02020603050405020304" pitchFamily="18" charset="0"/>
              </a:rPr>
              <a:t>Secondhand smoking also comes into play since there are detrimental effects to that as well. Secondhand smoking increases the risk of respiratory illnesses as well as other health issues such as increased risk of hear disease and lung cancer. </a:t>
            </a:r>
          </a:p>
          <a:p>
            <a:pPr marL="457200" indent="-457200">
              <a:buFont typeface="Arial" panose="020B0604020202020204" pitchFamily="34" charset="0"/>
              <a:buChar char="•"/>
            </a:pPr>
            <a:endParaRPr lang="en-US" sz="3100" dirty="0">
              <a:solidFill>
                <a:srgbClr val="000000"/>
              </a:solidFill>
              <a:latin typeface="Times New Roman" panose="02020603050405020304" pitchFamily="18" charset="0"/>
            </a:endParaRPr>
          </a:p>
          <a:p>
            <a:pPr marL="457200" indent="-457200">
              <a:buFont typeface="Arial" panose="020B0604020202020204" pitchFamily="34" charset="0"/>
              <a:buChar char="•"/>
            </a:pPr>
            <a:endParaRPr lang="en-US" sz="3100" dirty="0">
              <a:solidFill>
                <a:srgbClr val="000000"/>
              </a:solidFill>
              <a:latin typeface="Times New Roman" panose="02020603050405020304" pitchFamily="18" charset="0"/>
            </a:endParaRPr>
          </a:p>
          <a:p>
            <a:endParaRPr lang="en-US" sz="3100" dirty="0">
              <a:solidFill>
                <a:srgbClr val="000000"/>
              </a:solidFill>
              <a:latin typeface="Times New Roman" panose="02020603050405020304" pitchFamily="18" charset="0"/>
            </a:endParaRPr>
          </a:p>
          <a:p>
            <a:pPr marL="457200" indent="-457200">
              <a:buFont typeface="Arial" panose="020B0604020202020204" pitchFamily="34" charset="0"/>
              <a:buChar char="•"/>
            </a:pPr>
            <a:endParaRPr lang="en-US" sz="3100" dirty="0">
              <a:solidFill>
                <a:srgbClr val="000000"/>
              </a:solidFill>
              <a:latin typeface="Times New Roman" panose="02020603050405020304" pitchFamily="18" charset="0"/>
            </a:endParaRPr>
          </a:p>
          <a:p>
            <a:pPr marL="457200" indent="-457200">
              <a:buFont typeface="Arial" panose="020B0604020202020204" pitchFamily="34" charset="0"/>
              <a:buChar char="•"/>
            </a:pPr>
            <a:endParaRPr lang="en-US" sz="3100" dirty="0">
              <a:solidFill>
                <a:srgbClr val="000000"/>
              </a:solidFill>
              <a:latin typeface="Times New Roman" panose="02020603050405020304" pitchFamily="18" charset="0"/>
            </a:endParaRPr>
          </a:p>
          <a:p>
            <a:pPr marL="457200" indent="-457200">
              <a:buFont typeface="Arial" panose="020B0604020202020204" pitchFamily="34" charset="0"/>
              <a:buChar char="•"/>
            </a:pPr>
            <a:endParaRPr lang="en-US" sz="3100" dirty="0"/>
          </a:p>
        </p:txBody>
      </p:sp>
      <p:pic>
        <p:nvPicPr>
          <p:cNvPr id="5" name="Picture 4" descr="A qr code with a black and white background&#10;&#10;AI-generated content may be incorrect.">
            <a:extLst>
              <a:ext uri="{FF2B5EF4-FFF2-40B4-BE49-F238E27FC236}">
                <a16:creationId xmlns:a16="http://schemas.microsoft.com/office/drawing/2014/main" id="{F72A5882-163B-9D3B-B8AF-2A1B03EC9D53}"/>
              </a:ext>
            </a:extLst>
          </p:cNvPr>
          <p:cNvPicPr>
            <a:picLocks noChangeAspect="1"/>
          </p:cNvPicPr>
          <p:nvPr/>
        </p:nvPicPr>
        <p:blipFill>
          <a:blip r:embed="rId8"/>
          <a:stretch>
            <a:fillRect/>
          </a:stretch>
        </p:blipFill>
        <p:spPr>
          <a:xfrm>
            <a:off x="43754358" y="34314770"/>
            <a:ext cx="3208655" cy="28870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1" name="TextBox 60">
            <a:extLst>
              <a:ext uri="{FF2B5EF4-FFF2-40B4-BE49-F238E27FC236}">
                <a16:creationId xmlns:a16="http://schemas.microsoft.com/office/drawing/2014/main" id="{9BDB6574-1F17-5D12-6752-B3ED0754E29B}"/>
              </a:ext>
            </a:extLst>
          </p:cNvPr>
          <p:cNvSpPr txBox="1"/>
          <p:nvPr/>
        </p:nvSpPr>
        <p:spPr>
          <a:xfrm>
            <a:off x="23160094" y="15541704"/>
            <a:ext cx="26626408" cy="3862596"/>
          </a:xfrm>
          <a:prstGeom prst="rect">
            <a:avLst/>
          </a:prstGeom>
          <a:noFill/>
        </p:spPr>
        <p:txBody>
          <a:bodyPr wrap="square" rtlCol="0">
            <a:spAutoFit/>
          </a:bodyPr>
          <a:lstStyle/>
          <a:p>
            <a:pPr marL="457200" indent="-457200">
              <a:buFont typeface="Arial" panose="020B0604020202020204" pitchFamily="34" charset="0"/>
              <a:buChar char="•"/>
            </a:pPr>
            <a:r>
              <a:rPr lang="en-US" sz="3000" b="0" i="0" u="none" strike="noStrike" dirty="0">
                <a:solidFill>
                  <a:srgbClr val="000000"/>
                </a:solidFill>
                <a:effectLst/>
                <a:latin typeface="Times New Roman" panose="02020603050405020304" pitchFamily="18" charset="0"/>
              </a:rPr>
              <a:t>Creating access to therapies such as behavioral treatments like counseling and learning strategies in which counselors would help individuals overcome nicotine cravings and how to cope with them.</a:t>
            </a:r>
            <a:r>
              <a:rPr lang="en-US" sz="3000" dirty="0"/>
              <a:t> </a:t>
            </a:r>
          </a:p>
          <a:p>
            <a:pPr marL="457200" indent="-457200">
              <a:buFont typeface="Arial" panose="020B0604020202020204" pitchFamily="34" charset="0"/>
              <a:buChar char="•"/>
            </a:pPr>
            <a:r>
              <a:rPr lang="en-US" sz="3000" b="0" i="0" u="none" strike="noStrike" dirty="0">
                <a:solidFill>
                  <a:srgbClr val="000000"/>
                </a:solidFill>
                <a:effectLst/>
                <a:latin typeface="Times New Roman" panose="02020603050405020304" pitchFamily="18" charset="0"/>
              </a:rPr>
              <a:t>Therapies would also be combined with nicotine replacement theory (NRT), which are healthier alternatives to nicotine that help reduce cravings and withdrawal.</a:t>
            </a:r>
            <a:r>
              <a:rPr lang="en-US" sz="3000" dirty="0">
                <a:solidFill>
                  <a:srgbClr val="000000"/>
                </a:solidFill>
                <a:latin typeface="Times New Roman" panose="02020603050405020304" pitchFamily="18" charset="0"/>
              </a:rPr>
              <a:t> </a:t>
            </a:r>
          </a:p>
          <a:p>
            <a:pPr marL="457200" indent="-457200">
              <a:buFont typeface="Arial" panose="020B0604020202020204" pitchFamily="34" charset="0"/>
              <a:buChar char="•"/>
            </a:pPr>
            <a:r>
              <a:rPr lang="en-US" sz="3000" dirty="0">
                <a:solidFill>
                  <a:srgbClr val="000000"/>
                </a:solidFill>
                <a:latin typeface="Times New Roman" panose="02020603050405020304" pitchFamily="18" charset="0"/>
              </a:rPr>
              <a:t>During the peer support groups, we would offer activities such as establishing personal goals and tracking the progress as well as celebrating when those achievements have been reached. We would also do relaxation techniques that introduce ways of managing stress and cravings such as breathing exercises or meditations.</a:t>
            </a:r>
          </a:p>
          <a:p>
            <a:pPr marL="457200" indent="-457200">
              <a:buFont typeface="Arial" panose="020B0604020202020204" pitchFamily="34" charset="0"/>
              <a:buChar char="•"/>
            </a:pPr>
            <a:r>
              <a:rPr lang="en-US" sz="3000" b="0" i="0" u="none" strike="noStrike" dirty="0">
                <a:solidFill>
                  <a:srgbClr val="000000"/>
                </a:solidFill>
                <a:effectLst/>
                <a:latin typeface="Times New Roman" panose="02020603050405020304" pitchFamily="18" charset="0"/>
              </a:rPr>
              <a:t>To engage with the community and especially with students on campus, we would create a GGC GroupMe for the peer support groups and reach a larger audience by also going on social media and talking about peer support groups and therapies.</a:t>
            </a:r>
            <a:endParaRPr lang="en-US" sz="3000" dirty="0"/>
          </a:p>
          <a:p>
            <a:pPr marL="457200" indent="-457200">
              <a:buFont typeface="Arial" panose="020B0604020202020204" pitchFamily="34" charset="0"/>
              <a:buChar char="•"/>
            </a:pPr>
            <a:endParaRPr lang="en-US" sz="3500" b="0" i="0" u="none" strike="noStrike" dirty="0">
              <a:solidFill>
                <a:srgbClr val="000000"/>
              </a:solidFill>
              <a:effectLst/>
              <a:latin typeface="Times New Roman" panose="02020603050405020304" pitchFamily="18" charset="0"/>
            </a:endParaRPr>
          </a:p>
        </p:txBody>
      </p:sp>
      <p:pic>
        <p:nvPicPr>
          <p:cNvPr id="3" name="Picture 2" descr="A table with numbers and text&#10;&#10;AI-generated content may be incorrect.">
            <a:extLst>
              <a:ext uri="{FF2B5EF4-FFF2-40B4-BE49-F238E27FC236}">
                <a16:creationId xmlns:a16="http://schemas.microsoft.com/office/drawing/2014/main" id="{2193D658-E34C-3069-4089-C1EC8806F0D3}"/>
              </a:ext>
            </a:extLst>
          </p:cNvPr>
          <p:cNvPicPr>
            <a:picLocks noChangeAspect="1"/>
          </p:cNvPicPr>
          <p:nvPr/>
        </p:nvPicPr>
        <p:blipFill>
          <a:blip r:embed="rId9"/>
          <a:stretch>
            <a:fillRect/>
          </a:stretch>
        </p:blipFill>
        <p:spPr>
          <a:xfrm>
            <a:off x="35261506" y="19402108"/>
            <a:ext cx="14399175" cy="6402659"/>
          </a:xfrm>
          <a:prstGeom prst="rect">
            <a:avLst/>
          </a:prstGeom>
        </p:spPr>
      </p:pic>
    </p:spTree>
    <p:extLst>
      <p:ext uri="{BB962C8B-B14F-4D97-AF65-F5344CB8AC3E}">
        <p14:creationId xmlns:p14="http://schemas.microsoft.com/office/powerpoint/2010/main" val="4244368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21574</TotalTime>
  <Words>1653</Words>
  <Application>Microsoft Office PowerPoint</Application>
  <PresentationFormat>Custom</PresentationFormat>
  <Paragraphs>46</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Jennifer Hurst-Kennedy</dc:creator>
  <cp:lastModifiedBy>Sumeja Atalov</cp:lastModifiedBy>
  <cp:revision>239</cp:revision>
  <cp:lastPrinted>2016-04-01T21:48:09Z</cp:lastPrinted>
  <dcterms:created xsi:type="dcterms:W3CDTF">2013-11-20T16:52:41Z</dcterms:created>
  <dcterms:modified xsi:type="dcterms:W3CDTF">2025-04-04T12:43:49Z</dcterms:modified>
</cp:coreProperties>
</file>